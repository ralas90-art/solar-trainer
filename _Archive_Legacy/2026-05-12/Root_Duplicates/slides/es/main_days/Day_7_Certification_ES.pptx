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901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 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47472" y="2231136"/>
            <a:ext cx="73152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Certificacion de Campo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 Lanzamiento en Solitario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840480"/>
            <a:ext cx="6858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aula al mundo real — hoy te conviertes en rep certificado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949440" y="5760720"/>
            <a:ext cx="1920240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949440" y="576072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Modulo 7 de 7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0" y="640080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64008" cy="4754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 del Dia 7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aulas al campo — hoy todo es real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697480" cy="475488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960120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Manana  AM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74320" y="1481328"/>
            <a:ext cx="2697480" cy="4892040"/>
          </a:xfrm>
          <a:prstGeom prst="rect">
            <a:avLst/>
          </a:prstGeom>
          <a:solidFill>
            <a:srgbClr val="2D4472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57276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Modo Sombra x3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029968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Observa 3 citas con tu gerente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3035808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Debrief en el carro despues de cada visita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4041648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Toma notas especificas — no generales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960120"/>
            <a:ext cx="2697480" cy="4754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0" y="960120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Mediodia  PM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3200400" y="1481328"/>
            <a:ext cx="2697480" cy="4892040"/>
          </a:xfrm>
          <a:prstGeom prst="rect">
            <a:avLst/>
          </a:prstGeom>
          <a:solidFill>
            <a:srgbClr val="2D4472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91840" y="157276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Preparacion de tu Plan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91840" y="2029968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Responde 5 preguntas del gerente en voz alta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91840" y="3035808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Ensayo mental completo antes de entrar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91840" y="4041648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Tu gerente ajusta los detalles finales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960120"/>
            <a:ext cx="2697480" cy="47548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26480" y="960120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Tarde  GO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126480" y="1481328"/>
            <a:ext cx="2697480" cy="4892040"/>
          </a:xfrm>
          <a:prstGeom prst="rect">
            <a:avLst/>
          </a:prstGeom>
          <a:solidFill>
            <a:srgbClr val="2D4472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17920" y="157276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 Cita + Certificacion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17920" y="2029968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Corre la cita completa — de inicio a cierre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17920" y="3035808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Debrief + evaluacion de campo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0" y="4041648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Firma de certificacion y activacion de CRM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046720" y="640080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64008" cy="4754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Modo Sombra — Que Observar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Convierte cada cita en una clase magistral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475488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 trabajo esta manana: observar y tomar notas — NO participar a menos que te inviten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572768"/>
            <a:ext cx="4160520" cy="2103120"/>
          </a:xfrm>
          <a:prstGeom prst="rect">
            <a:avLst/>
          </a:prstGeom>
          <a:solidFill>
            <a:srgbClr val="2D4472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1682496"/>
            <a:ext cx="530352" cy="53035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68249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24128" y="168249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Postura y Ambiente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4048" y="2231136"/>
            <a:ext cx="393192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se posiciona tu gerente fisicamente. Donde se sienta. Como controla el espacio. Los primeros 90 segundos son criticos — esto no es accidente.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1572768"/>
            <a:ext cx="4160520" cy="2103120"/>
          </a:xfrm>
          <a:prstGeom prst="rect">
            <a:avLst/>
          </a:prstGeom>
          <a:solidFill>
            <a:srgbClr val="2D4472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18888" y="1682496"/>
            <a:ext cx="530352" cy="530352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18888" y="168249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58968" y="168249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Interrupciones Inesperadas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18888" y="2231136"/>
            <a:ext cx="393192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Ninos, llamadas, esposa que entra a la sala. Observa como tu gerente no pierde el hilo y re-engancha naturalmente — sin tension visible.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767328"/>
            <a:ext cx="4160520" cy="2103120"/>
          </a:xfrm>
          <a:prstGeom prst="rect">
            <a:avLst/>
          </a:prstGeom>
          <a:solidFill>
            <a:srgbClr val="2D4472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4048" y="3877056"/>
            <a:ext cx="530352" cy="53035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87705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24128" y="387705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Tipos de Personalidad en Vivo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84048" y="4425696"/>
            <a:ext cx="393192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identifica el tipo de personalidad en los primeros 5 minutos. Como ajusta el tono — mas tecnico, mas emocional, mas callado o mas activo.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60" y="3767328"/>
            <a:ext cx="4160520" cy="2103120"/>
          </a:xfrm>
          <a:prstGeom prst="rect">
            <a:avLst/>
          </a:prstGeom>
          <a:solidFill>
            <a:srgbClr val="2D4472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18888" y="3877056"/>
            <a:ext cx="530352" cy="53035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18888" y="387705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458968" y="387705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Objeciones y Cierre Real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18888" y="4425696"/>
            <a:ext cx="393192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maneja objeciones diferente al guion. Por que elige el cierre de resumen vs. el asuntivo. Cuando hace la pregunta de cierre — el timing.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046720" y="640080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64008" cy="4754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Debrief en el Carro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debrief vale tanto como la cita misma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96012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Despues de CADA cita sombra: el debrief en el carro convierte observacion en aprendizaje profundo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719072"/>
            <a:ext cx="8595360" cy="1417320"/>
          </a:xfrm>
          <a:prstGeom prst="rect">
            <a:avLst/>
          </a:prstGeom>
          <a:solidFill>
            <a:srgbClr val="2D4472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719072"/>
            <a:ext cx="1280160" cy="36576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71907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Cita 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64208" y="1773936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 notaste?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11480" y="2176272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gerente pregunta: observaciones especificas, no generales. "El gerente cambio su tono cuando la esposa entro a la sala." Luego el gerente revela que estaba pensando en cada momento clave.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255264"/>
            <a:ext cx="8595360" cy="1417320"/>
          </a:xfrm>
          <a:prstGeom prst="rect">
            <a:avLst/>
          </a:prstGeom>
          <a:solidFill>
            <a:srgbClr val="2D4472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255264"/>
            <a:ext cx="1280160" cy="365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25526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Cita 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64208" y="3310128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 habrias hecho diferente?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" y="3712464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de reflexion — no un examen. Identifica momentos donde la conversacion pudo tomar otro camino. Senales de compra no reconocidas. Objeciones que pudieron manejarse de otra forma.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4791456"/>
            <a:ext cx="8595360" cy="1417320"/>
          </a:xfrm>
          <a:prstGeom prst="rect">
            <a:avLst/>
          </a:prstGeom>
          <a:solidFill>
            <a:srgbClr val="2D4472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4791456"/>
            <a:ext cx="1280160" cy="3657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791456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Cita 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664208" y="484632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 plan de juego?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11480" y="5248656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Despues de la tercera cita: "Tu turno despues del almuerzo — cual es tu plan?" Articula en voz alta: opener, descubrimiento, tipo de personalidad esperado, objeciones probables, tecnica de cierre.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046720" y="640080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64008" cy="4754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Las 5 Preguntas Pre-Cita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Articular en voz alta = ensayo mental que mejora ejecucion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530352"/>
          </a:xfrm>
          <a:prstGeom prst="rect">
            <a:avLst/>
          </a:prstGeom>
          <a:solidFill>
            <a:srgbClr val="2D4472"/>
          </a:solidFill>
          <a:ln w="12700">
            <a:solidFill>
              <a:srgbClr val="2D44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8595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minutos antes de tu cita — tu gerente te hace estas 5 preguntas. Responde todas en voz alta.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600200"/>
            <a:ext cx="8595360" cy="868680"/>
          </a:xfrm>
          <a:prstGeom prst="rect">
            <a:avLst/>
          </a:prstGeom>
          <a:solidFill>
            <a:srgbClr val="2D4472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600200"/>
            <a:ext cx="621792" cy="8686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600200"/>
            <a:ext cx="6217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1636776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 sabes de este propietario?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53712" y="1673352"/>
            <a:ext cx="4206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tus notas del lead. Situacion electrica, tamano del hogar, contexto previo.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62272" y="1783080"/>
            <a:ext cx="36576" cy="475488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60320"/>
            <a:ext cx="8595360" cy="868680"/>
          </a:xfrm>
          <a:prstGeom prst="rect">
            <a:avLst/>
          </a:prstGeom>
          <a:solidFill>
            <a:srgbClr val="2D4472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560320"/>
            <a:ext cx="621792" cy="86868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560320"/>
            <a:ext cx="6217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2596896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Cual es tu opener?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53712" y="2633472"/>
            <a:ext cx="4206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exactamente las primeras palabras que saldran de tu boca cuando abran la puerta.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462272" y="2743200"/>
            <a:ext cx="36576" cy="475488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520440"/>
            <a:ext cx="8595360" cy="868680"/>
          </a:xfrm>
          <a:prstGeom prst="rect">
            <a:avLst/>
          </a:prstGeom>
          <a:solidFill>
            <a:srgbClr val="2D4472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520440"/>
            <a:ext cx="621792" cy="8686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520440"/>
            <a:ext cx="6217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3557016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 objeciones esperas?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53712" y="3593592"/>
            <a:ext cx="4206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Basado en el lead y la zona — cuales son las 2-3 mas probables y como las manejaras.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62272" y="3703320"/>
            <a:ext cx="36576" cy="475488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4480560"/>
            <a:ext cx="8595360" cy="868680"/>
          </a:xfrm>
          <a:prstGeom prst="rect">
            <a:avLst/>
          </a:prstGeom>
          <a:solidFill>
            <a:srgbClr val="2D4472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4480560"/>
            <a:ext cx="621792" cy="8686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480560"/>
            <a:ext cx="6217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05840" y="4517136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 tipo de propietario sientes que es?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53712" y="4553712"/>
            <a:ext cx="4206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Analitico, expresivo, conductor, amigable — y como ajustaras tu estilo en consecuencia.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462272" y="4663440"/>
            <a:ext cx="36576" cy="475488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5440680"/>
            <a:ext cx="8595360" cy="868680"/>
          </a:xfrm>
          <a:prstGeom prst="rect">
            <a:avLst/>
          </a:prstGeom>
          <a:solidFill>
            <a:srgbClr val="2D4472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5440680"/>
            <a:ext cx="621792" cy="8686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5440680"/>
            <a:ext cx="6217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05840" y="5477256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vas a cerrar?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53712" y="5513832"/>
            <a:ext cx="4206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Tecnica especifica — asuntivo, resumen, alternativa, urgencia. Y cual es tu primer pivot.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462272" y="5623560"/>
            <a:ext cx="36576" cy="475488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46720" y="640080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64008" cy="4754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 Cita — Ejecucion Completa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todo lo que aprendiste en 6 dias — esto es real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5486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9601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 gerente observa en silencio — NO intervendra a menos que te paralices o el propietario pregunte directamente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664208"/>
            <a:ext cx="4160520" cy="2084832"/>
          </a:xfrm>
          <a:prstGeom prst="rect">
            <a:avLst/>
          </a:prstGeom>
          <a:solidFill>
            <a:srgbClr val="2D4472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773936"/>
            <a:ext cx="640080" cy="640080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77393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70432" y="1792224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Descubrimiento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11480" y="2487168"/>
            <a:ext cx="391363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 el entorno. Lee la personalidad. Haz las 12 preguntas de descubrimiento. Construye conexion antes de hablar de solar.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09160" y="1664208"/>
            <a:ext cx="4160520" cy="2084832"/>
          </a:xfrm>
          <a:prstGeom prst="rect">
            <a:avLst/>
          </a:prstGeom>
          <a:solidFill>
            <a:srgbClr val="2D4472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773936"/>
            <a:ext cx="640080" cy="6400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77393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605272" y="1792224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Value Stack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46320" y="2487168"/>
            <a:ext cx="391363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 el valor completo. Tecnologia, ahorro, garantia, credenciales del instalador. Conecta cada punto a sus respuestas de descubrimiento.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950208"/>
            <a:ext cx="4160520" cy="2084832"/>
          </a:xfrm>
          <a:prstGeom prst="rect">
            <a:avLst/>
          </a:prstGeom>
          <a:solidFill>
            <a:srgbClr val="2D4472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4059936"/>
            <a:ext cx="640080" cy="64008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405993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170432" y="4078224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A.C.A. Objeciones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11480" y="4773168"/>
            <a:ext cx="391363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objecion: Aceptar, Clarificar, Abordar. No saltes a rebatir. Escucha primero — luego responde con el marco correcto.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09160" y="3950208"/>
            <a:ext cx="4160520" cy="2084832"/>
          </a:xfrm>
          <a:prstGeom prst="rect">
            <a:avLst/>
          </a:prstGeom>
          <a:solidFill>
            <a:srgbClr val="2D4472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4059936"/>
            <a:ext cx="640080" cy="64008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405993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605272" y="4078224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Cierre + Referido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846320" y="4773168"/>
            <a:ext cx="391363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Pide la firma con confianza. Usa la tecnica que planeaste. Si cierran — pide el referido antes de levantarte de la silla.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046720" y="640080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64008" cy="4754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Marco de Evaluacion del Gerente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partes — lo que tu gerente te dira despues de tu cita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8595360" cy="1691640"/>
          </a:xfrm>
          <a:prstGeom prst="rect">
            <a:avLst/>
          </a:prstGeom>
          <a:solidFill>
            <a:srgbClr val="2D4472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87552"/>
            <a:ext cx="8595360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87552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PARTE 1 — Lo Que Hiciste Bien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444752"/>
            <a:ext cx="8321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especificos de la cita — momentos donde ejecutaste con precision. No evaluacion generica: "Manejaste muy bien la objecion del precio cuando vinculaste el costo a la factura historica."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816352"/>
            <a:ext cx="8595360" cy="1691640"/>
          </a:xfrm>
          <a:prstGeom prst="rect">
            <a:avLst/>
          </a:prstGeom>
          <a:solidFill>
            <a:srgbClr val="2D4472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816352"/>
            <a:ext cx="859536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816352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PARTE 2 — Oportunidad de Mejora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3273552"/>
            <a:ext cx="8321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o dos ajustes especificos y accionables para tu proxima cita. Concretos y practicables — no "sé mas confiado." Algo como: "En el descubrimiento, pregunta sobre consumo antes de presentar tamano del sistema."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4645152"/>
            <a:ext cx="8595360" cy="1691640"/>
          </a:xfrm>
          <a:prstGeom prst="rect">
            <a:avLst/>
          </a:prstGeom>
          <a:solidFill>
            <a:srgbClr val="2D4472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4645152"/>
            <a:ext cx="8595360" cy="384048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4645152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PARTE 3 — Evaluacion de Campo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" y="5102352"/>
            <a:ext cx="8321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resultados posibles: LISTO PARA EL CAMPO — comienzas a agendar citas de inmediato. CASI LISTO — un dia mas de sombra. NECESITA MAS ENTRENAMIENTO — continua role-play antes de ventas en solitario.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46720" y="640080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64008" cy="4754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 3 Resultados Posibles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importar el resultado — hoy avanzaste mas que en 7 dias promedio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1691640"/>
          </a:xfrm>
          <a:prstGeom prst="rect">
            <a:avLst/>
          </a:prstGeom>
          <a:solidFill>
            <a:srgbClr val="2D4472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1005840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6012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89888" y="1005840"/>
            <a:ext cx="7132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LISTO PARA EL CAMPO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1417320"/>
            <a:ext cx="6583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gerente firma tu formulario de certificacion de campo. Tu CRM se activa con asignaciones de territorio. Los leads inbound comienzan a llegar. Recibes tarjetas de presentacion, senales de patio y materiales de marketing.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14032" y="141732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paso: agenda tus primeras citas HESTA semana.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022592" y="1435608"/>
            <a:ext cx="36576" cy="100584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788920"/>
            <a:ext cx="8595360" cy="1691640"/>
          </a:xfrm>
          <a:prstGeom prst="rect">
            <a:avLst/>
          </a:prstGeom>
          <a:solidFill>
            <a:srgbClr val="2D4472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788920"/>
            <a:ext cx="100584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78892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89888" y="2834640"/>
            <a:ext cx="7132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CASI LISTO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11480" y="3246120"/>
            <a:ext cx="6583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dia adicional de sombra con enfoque especifico en los 1-2 ajustes identificados. No es un fracaso — es precision. Los mejores reps priorizan el dominio sobre la velocidad.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114032" y="324612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paso: un dia mas de sombra con objetivo claro.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022592" y="3264408"/>
            <a:ext cx="36576" cy="100584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4617720"/>
            <a:ext cx="8595360" cy="1691640"/>
          </a:xfrm>
          <a:prstGeom prst="rect">
            <a:avLst/>
          </a:prstGeom>
          <a:solidFill>
            <a:srgbClr val="2D4472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4617720"/>
            <a:ext cx="1005840" cy="384048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61772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89888" y="4663440"/>
            <a:ext cx="7132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6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NECESITA MAS ENTRENAMIENTO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11480" y="5074920"/>
            <a:ext cx="6583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 con role-play dirigido antes de las ventas en solitario. Tu gerente define las areas especificas. Este camino produce reps mas consistentes — no mas lentos.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14032" y="507492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paso: sesiones de role-play con feedback inmediato.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022592" y="5093208"/>
            <a:ext cx="36576" cy="100584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0" y="640080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64008" cy="4754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Certificacion — Que Pasa Despues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certificado es el comienzo, no el final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8046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960120"/>
            <a:ext cx="8595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 gerente firma el formulario de certificacion de campo y lo envia a operaciones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" y="1920240"/>
            <a:ext cx="2697480" cy="4224528"/>
          </a:xfrm>
          <a:prstGeom prst="rect">
            <a:avLst/>
          </a:prstGeom>
          <a:solidFill>
            <a:srgbClr val="2D4472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920240"/>
            <a:ext cx="2697480" cy="658368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920240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" y="267004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CRM Activado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5760" y="3127248"/>
            <a:ext cx="2514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CRM se activa con asignaciones de territorio. Los leads inbound empiezan a llegar a tu pipeline.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0" y="1920240"/>
            <a:ext cx="2697480" cy="4224528"/>
          </a:xfrm>
          <a:prstGeom prst="rect">
            <a:avLst/>
          </a:prstGeom>
          <a:solidFill>
            <a:srgbClr val="2D4472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920240"/>
            <a:ext cx="2697480" cy="6583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920240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291840" y="267004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Materiales de Campo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91840" y="3127248"/>
            <a:ext cx="2514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Tarjetas de presentacion, senales de patio y materiales de marketing listos para usar desde el primer dia.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26480" y="1920240"/>
            <a:ext cx="2697480" cy="4224528"/>
          </a:xfrm>
          <a:prstGeom prst="rect">
            <a:avLst/>
          </a:prstGeom>
          <a:solidFill>
            <a:srgbClr val="2D4472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920240"/>
            <a:ext cx="2697480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1920240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217920" y="267004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 Pipeline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17920" y="3127248"/>
            <a:ext cx="2514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cita que hagas construye habilidad, pipeline y reputacion. El certificado abre la puerta — tu trabajo la mantiene abierta.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046720" y="640080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64008" cy="4754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Tus Primeras Puertas en Solitario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noche — 20 puertas en tu propio territorio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96012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 primera mision independiente: golpea 20 puertas esta noche y reporta resultados a tu gerente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719072"/>
            <a:ext cx="8595360" cy="1417320"/>
          </a:xfrm>
          <a:prstGeom prst="rect">
            <a:avLst/>
          </a:prstGeom>
          <a:solidFill>
            <a:srgbClr val="2D4472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2103120"/>
            <a:ext cx="658368" cy="6583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21031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70432" y="182880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Usa tu Opener de 30 Segundos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70432" y="2267712"/>
            <a:ext cx="7543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que practicaste en el Dia 2 — limpio, natural, seguro. No improvises esta primera noche. Ejecuta el guion hasta que fluya como tu propia voz.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255264"/>
            <a:ext cx="8595360" cy="1417320"/>
          </a:xfrm>
          <a:prstGeom prst="rect">
            <a:avLst/>
          </a:prstGeom>
          <a:solidFill>
            <a:srgbClr val="2D4472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4048" y="3639312"/>
            <a:ext cx="658368" cy="658368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363931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70432" y="336499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Maneja el Brush-Off con Micro-Objeciones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70432" y="3803904"/>
            <a:ext cx="7543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me interesa", "Ya tengo solar", "No tengo tiempo" — tienes una respuesta para cada uno. Usa las tecnicas del Dia 2 sin excusas. Son manejables.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4791456"/>
            <a:ext cx="8595360" cy="1417320"/>
          </a:xfrm>
          <a:prstGeom prst="rect">
            <a:avLst/>
          </a:prstGeom>
          <a:solidFill>
            <a:srgbClr val="2D4472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4048" y="5175504"/>
            <a:ext cx="658368" cy="6583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517550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170432" y="4901184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Meta: Al Menos 1 Cita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70432" y="5340096"/>
            <a:ext cx="7543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al menos una cita para la proxima semana. 20 puertas, 5-7 conversaciones, 1 cita minimo. Luego texteale a tu gerente: puertas, conversaciones, citas.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046720" y="640080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64008" cy="4754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Resumen del Dia 7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te convertiste en rep certificado — el trabajo apenas empieza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8595360" cy="932688"/>
          </a:xfrm>
          <a:prstGeom prst="rect">
            <a:avLst/>
          </a:prstGeom>
          <a:solidFill>
            <a:srgbClr val="2D4472"/>
          </a:solidFill>
          <a:ln w="12700">
            <a:solidFill>
              <a:srgbClr val="2D447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152144"/>
            <a:ext cx="566928" cy="5669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5214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*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60704" y="1078992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sombra x3: la observacion activa convierte citas ajenas en tu propio aprendizaje.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011680"/>
            <a:ext cx="8595360" cy="9326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2176272"/>
            <a:ext cx="566928" cy="5669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1762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*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60704" y="21031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debrief en el carro es tan valioso como la cita — convierte observacion en insight accionable.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3035808"/>
            <a:ext cx="8595360" cy="932688"/>
          </a:xfrm>
          <a:prstGeom prst="rect">
            <a:avLst/>
          </a:prstGeom>
          <a:solidFill>
            <a:srgbClr val="2D4472"/>
          </a:solidFill>
          <a:ln w="12700">
            <a:solidFill>
              <a:srgbClr val="2D447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4048" y="3200400"/>
            <a:ext cx="566928" cy="5669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32004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*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60704" y="3127248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5 preguntas pre-cita son ensayo mental — articularlas en voz alta mejora ejecucion real.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4059936"/>
            <a:ext cx="8595360" cy="9326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4048" y="4224528"/>
            <a:ext cx="566928" cy="5669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42245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*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60704" y="4151376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cita fue de descubrimiento a cierre con tu gerente observando — eso requiere valentia.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5084064"/>
            <a:ext cx="8595360" cy="932688"/>
          </a:xfrm>
          <a:prstGeom prst="rect">
            <a:avLst/>
          </a:prstGeom>
          <a:solidFill>
            <a:srgbClr val="2D4472"/>
          </a:solidFill>
          <a:ln w="12700">
            <a:solidFill>
              <a:srgbClr val="2D447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84048" y="5248656"/>
            <a:ext cx="566928" cy="5669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52486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*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60704" y="5175504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certificado activa tu CRM, leads inbound y materiales — cada cita desde hoy construye tu carrera.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046720" y="640080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Bienvenido a Tu Carrera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 Solar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286000" cy="1993392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395728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40080" y="3364992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 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2331720"/>
            <a:ext cx="2286000" cy="19933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2395728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6+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3383280" y="3364992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 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Dominados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2331720"/>
            <a:ext cx="2286000" cy="199339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2395728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6126480" y="3364992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526280"/>
            <a:ext cx="8229600" cy="1097280"/>
          </a:xfrm>
          <a:prstGeom prst="rect">
            <a:avLst/>
          </a:prstGeom>
          <a:solidFill>
            <a:srgbClr val="2D4472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457200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"Cada puerta que tocas, cada objecion que manejas, cada cierre que logras — construye la carrera que te prometiste a ti mismo."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5806440"/>
            <a:ext cx="8595360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580644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SeptiVolt — Programa de Certificacion Solar  |  Clase Completada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046720" y="640080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SeptiVolt Training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SeptiVolt Dia 7 ES</dc:title>
  <dc:subject>Dia 7 — Certificacion de Campo y Lanzamiento en Solitario</dc:subject>
  <dc:creator>SeptiVolt</dc:creator>
  <cp:lastModifiedBy>SeptiVolt</cp:lastModifiedBy>
  <cp:revision>1</cp:revision>
  <dcterms:created xsi:type="dcterms:W3CDTF">2026-05-11T02:33:12Z</dcterms:created>
  <dcterms:modified xsi:type="dcterms:W3CDTF">2026-05-11T02:33:12Z</dcterms:modified>
</cp:coreProperties>
</file>