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1.5b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Las Tres Opciones Financieras: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PPA, Arrendamiento y Compra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Estructuras Financieras · Modelos de Propiedad · Manejo de Objeciones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"La mejor opción de financiamiento es la que el propietario realmente califica — y entiende."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PPA y Arrendamiento: Modelo de Servicio vs. Modelo de Propiedad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A"/>
                </a:solidFill>
              </a:rPr>
              <a:t>Acuerdo de Compra de Energía (PPA)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El propietario paga por kWh producido — típicamente 10–30% por debajo de la tarifa eléctrica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Sin propiedad del sistema: un tercero es dueño del equipo; el propietario compra la energía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Sin costo inicial, sin responsabilidad de mantenimiento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Cláusula de escalación: las tarifas PPA aumentan 1–3%/año (declarar esto claramente)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Mejor para: clientes calificados de crédito con bajo apetito de pago inicial y alto consumo actual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960120"/>
            <a:ext cx="36576" cy="385876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960120"/>
            <a:ext cx="53949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Arrendamiento Solar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Pago mensual fijo sin importar la producción — costo predecible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El tercero sigue siendo dueño del sistema — similar al PPA en términos de propiedad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Sin beneficio del crédito fiscal (ITC) para el propietario — el desarrollador lo captura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La tarifa está fija (o tiene una pequeña escalación) — protección contra alzas eléctricas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"Piénsalo como arrendar un auto — obtienes el beneficio sin el activo"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Al presentar PPA vs. Arrendamiento, pregunta: "¿Es más importante un costo consistente y predecible, o quieres que tus ahorros estén ligados directamente a cuánto solar produce tu techo?"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Compra en Efectivo y Préstamo Solar: El Camino de Mayor Retorno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A"/>
                </a:solidFill>
              </a:rPr>
              <a:t>Compra en Efectivo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Propiedad total: 100% del ITC, reembolsos SGIP y beneficios SREC van al propietario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Mayor ROI a largo plazo — recuperación típica de 5–8 años, vida del activo 25+ años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Elimina el recibo de electricidad por la vida del sistema (menos NBC)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Mejor para: clientes con alta obligación fiscal que pueden aprovechar el ITC del 30%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Aumenta el valor de la propiedad: datos NAR muestran $3–5 de valor adicional por $1 de ahorro anual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960120"/>
            <a:ext cx="36576" cy="385876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960120"/>
            <a:ext cx="53949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Préstamo Solar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El propietario es dueño del sistema desde el primer día — captura el ITC completo del 30%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Opciones sin enganche disponibles (aplica tarifa del intermediario — declarar esto)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Pago mensual del préstamo típicamente &lt; recibo eléctrico actual = flujo de caja positivo desde el Día 1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El préstamo se paga en 5–25 años; los ahorros continúan por la vida del sistema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"Estás reemplazando un recibo que siempre tendrás con un préstamo que eventualmente pagarás"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Para la conversación del préstamo, siempre establece el recibo eléctrico primero: "Si tu pago del préstamo es $180 y tu recibo eléctrico es $260, tienes flujo de caja positivo desde el primer mes — y eres dueño del sistema."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Matriz de Comparación: ¿Quién Califica para Qué?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Efectivo: Sin requisito de crédito | Costo inicial: Costo total del sistema | Propietario: Sí | ITC 30%: Beneficio completo | Mejor potencial de ahorro: ★★★★★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Préstamo Solar: Crédito 680+ FICO | $0 de enganche (típico) | Propietario: Sí | ITC 30%: Beneficio completo | Potencial de ahorro: ★★★★☆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PPA/Arrendamiento: Crédito 650+ FICO | $0 de enganche | No es propietario | ITC: Lo captura el desarrollador | Potencial de ahorro: ★★★☆☆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Impacto en venta de propiedad: Efectivo = Activo que agrega valor | Préstamo = Requiere transferencia | PPA = Contrato asumible — complejo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Usa esta matriz durante tu proceso de descubrimiento — no como presentación de ventas. Haz preguntas que revelen cuál columna aplica, luego presenta solo la opción correcta. Ofrecer las tres crea confusión, no confianza.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Manejo de la Objeción "No Quiero Deudas"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Primero, valida: "Tiene todo el sentido — la mayoría de las personas sienten lo mismo cuando escuchan por primera vez sobre préstamos solares."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Reencuadra la palabra "deuda": "Lo que tienes ahora con la empresa eléctrica es un gasto permanente y obligatorio sin fecha de fin. Este préstamo tiene una fecha de liquidación."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Pivote de Flujo de Caja: Muestra el mes 1 — si el préstamo &lt; recibo eléctrico, están en positivo desde el primer día, no en deuda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Ángulo del Activo: "Un préstamo de auto es deuda — el auto se deprecia. Un préstamo solar construye plusvalía en tu propiedad."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Verdadera Alternativa: "Si no hacemos solar hoy, gastarás aproximadamente $X en los próximos 25 años en recibos eléctricos sin nada que mostrar a cambio."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Cuando el propietario diga "No quiero otro recibo", responde: "Te entiendo. ¿Puedo mostrarte cuál es la diferencia entre tu gasto mensual actual y cuál sería el pago del préstamo?"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2026-04-25T03:25:04Z</dcterms:created>
  <dcterms:modified xsi:type="dcterms:W3CDTF">2026-04-25T03:25:04Z</dcterms:modified>
</cp:coreProperties>
</file>