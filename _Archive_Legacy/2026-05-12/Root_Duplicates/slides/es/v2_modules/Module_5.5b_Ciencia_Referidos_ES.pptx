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4A62A"/>
                </a:solidFill>
              </a:rPr>
              <a:t>SEPTIVOLT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MÓDULO 5.5b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 Ciencia de los Referidos: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Construyendo el Pipeline Autosostenible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5E0"/>
                </a:solidFill>
              </a:rPr>
              <a:t>Psicología del Referido · Solicitud Basada en Confianza · Las 3 Ventanas Mágicas · Diseño del Kit de Referidos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3520440"/>
            <a:ext cx="8531352" cy="73152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3566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"El mejor prospecto que obtendrás es un vecino a quien un amigo ya le dijo que eres de confianza."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5.5b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El Pipeline Autosostenible: Por Qué los Referidos Ganan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882396" y="1005840"/>
            <a:ext cx="3291840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82396" y="1051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62A"/>
                </a:solidFill>
              </a:rPr>
              <a:t>4×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82396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Mayor Tasa de Cierre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2396" y="22128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3748"/>
                </a:solidFill>
              </a:rPr>
              <a:t>Los prospectos referidos cierran 4 veces más que los prospectos fríos en solar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48556" y="1005840"/>
            <a:ext cx="3291840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448556" y="1051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62A"/>
                </a:solidFill>
              </a:rPr>
              <a:t>$0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448556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Costo de Adquisición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48556" y="22128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3748"/>
                </a:solidFill>
              </a:rPr>
              <a:t>Costo por prospecto referido vs. $200–$600 por canvassing o prospectos digitales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14716" y="1005840"/>
            <a:ext cx="3291840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014716" y="1051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62A"/>
                </a:solidFill>
              </a:rPr>
              <a:t>16%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014716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Mayor Valor de Vida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14716" y="22128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3748"/>
                </a:solidFill>
              </a:rPr>
              <a:t>Los clientes referidos tienen un 16% mayor valor de vida y menores tasas de cancelación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Un representante que genera 2 referidos por instalación construye un pipeline autosostenible en 6 meses. Un representante que nunca pide es permanentemente dependiente de la generación de prospectos.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Enmarca tu mentalidad de referidos así: "Cada negocio que cierro está plantando una semilla para mis próximos 2 negocios. Mi trabajo no está terminado cuando firman — está a la mitad."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5.5b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Psicología del Ciclo de Referidos: Por Qué la Gente Refiere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Moneda Social: La gente refiere cuando cree que los hace ver inteligentes, útiles o conectados — "Encontré la buena empresa solar"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Disparador de Reciprocidad: Un propietario que se siente genuinamente bien servido quiere devolver el valor — el referido es su forma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Transferencia de Confianza: Te están prestando su reputación — la calidad de tu servicio determina si lo harán de nuevo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Miedo: La mayoría de los propietarios no refieren porque no se les ha pedido, no porque no quieran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 Ciencia: La investigación de Harvard Business Review muestra que las personas son 4 veces más propensas a referir después de una gran experiencia — pero solo 1 de cada 5 es alguna vez solicitada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Después de una gran presentación o hito de instalación, di: "Me alegra que esta haya sido una buena experiencia. La forma en que hago crecer mi negocio es trabajando con personas que comparten valores similares — ¿tienes un vecino o amigo que podría beneficiarse de esta conversación?"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5.5b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 Solicitud Basada en Confianza al Cierre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Timing: El momento de mayor referido es dentro de los 30 minutos de la firma del acuerdo — pico emocional de la decisión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El Marco: "Tomaste una gran decisión. Siempre le pregunto a los nuevos clientes — ¿hay alguien en tu vida que haya estado pensando en solar? Me encantaría acercarme en tu nombre."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 Versión Suave: "Si piensas en alguien, me encantaría una introducción. Trabajo casi completamente por referidos porque puedo dar mejor servicio cuando no paso mi tiempo persiguiendo prospectos fríos."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La Solicitud de Permiso: "¿Te parecería bien si me comunico con [Nombre] y menciono tu experiencia?" — siempre obtén permiso verbal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Qué No Hacer: No ofrezcas bonos de referido en la primera solicitud — cambia la motivación de moneda social a transacción, lo que reduce la calidad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La mejor solicitud de referido es específica: "¿Conoces a alguien en [tu vecindario/calle/complejo] que podría ser una buena opción?" Las solicitudes específicas obtienen nombres específicos. "Alguien que conozcas" obtiene promesas vagas.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5.5b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Las 3 Ventanas Mágicas para Solicitar Referidos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Ventana 1 — El Cierre: Inmediatamente después de la firma (mayor pico emocional, mayor disposición a compartir la experiencia)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Ventana 2 — La Instalación: El día de la instalación o dentro de las 48 horas de completarse ("Tus paneles están instalados — tu vecino probablemente lo notó. ¿Quieres que pase y responda alguna pregunta?")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Ventana 3 — PTO / Primer Recibo: Cuando el propietario recibe el primer recibo drásticamente reducido — celébralo con ellos y pregunta de nuevo ("Este es el momento por el que trabajo. ¿Quién necesita ver esto?")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Re-solicitar Permiso: Nunca preguntes dos veces en la misma conversación — espacía las solicitudes en las tres ventanas de forma natural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Ventana Digital: Después de que se complete la solicitud de reseña, incluye un enlace de referido o preséntalo al portal de referidos si está disponible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Marca las tres ventanas en tu CRM inmediatamente después del cierre. Establece recordatorios para el Día de Instalación y el PTO. La mayoría de los reps solo piden en el cierre — se pierden 2 de las 3 mejores oportunidades.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5.5b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Diseñando Tu Kit de Referidos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Componente 1: Tarjeta de Referido — tarjeta física o digital con tu foto, nombre, especialidad y campo "Referido por [Nombre del Cliente]"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Componente 2: Enlace de Referido — URL rastreable de tu CRM o plataforma de referidos que pre-llena el prospecto con el cliente que refiere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Componente 3: Script de Bienvenida para Prospecto Referido — apertura personalizada: "Tu vecino [Nombre] mencionó que has estado pensando en solar — tienen muy buenas palabras sobre el potencial de tu hogar."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Componente 4: Estructura de Incentivos (si se usa) — declara cualquier pago de referido claramente y de conformidad con las regulaciones de tu estado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Componente 5: La Solicitud de "Comparte Mi Historia" — una plantilla de texto que el cliente puede reenviar a su red: "Mi representante [nombre] acaba de instalar solar en mi casa — aquí está lo que le pasó a mi recibo..."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Tu kit de referidos debe hacer que sea FÁCIL para los clientes satisfechos compartirte. Cuanto más fricción haya en el proceso de referido, menos referidos ocurren. Simplicidad = volumen.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2026-04-25T03:25:06Z</dcterms:created>
  <dcterms:modified xsi:type="dcterms:W3CDTF">2026-04-25T03:25:06Z</dcterms:modified>
</cp:coreProperties>
</file>