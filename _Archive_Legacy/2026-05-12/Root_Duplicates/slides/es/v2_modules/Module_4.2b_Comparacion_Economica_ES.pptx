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4.2b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Solar vs. Empresa Eléctrica: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 Batalla Económica a 25 Años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Costo Acumulado · ROI vs. Flujo de Caja · El Impuesto de "Esperar y Ver" · Datos de Valor de la Propiedad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"El propietario que espera 12 meses para instalar solar no ahorra dinero — lo gasta en recibos eléctricos mientras el solar se abarata."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Solar vs. Empresa Eléctrica: La Batalla a 25 Años Enmarcada Correctamente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Camino de la Empresa Eléctrica: Las tarifas aumentan 5–8%/año históricamente — un recibo de $200/mes crece a $700–$900/mes en 25 años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Camino Solar: El costo de producción está fijo en $0 — la única variable es el pago del préstamo (finito) vs. la empresa eléctrica (infinita)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Comparación Central: Gasto total en empresa eléctrica a 25 años vs. costo total solar (sistema + intereses del préstamo + NBC)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Hallazgo Nacional Promedio: El solar ahorra $20,000–$50,000+ a lo largo de 25 años dependiendo de la tarifa y el tamaño del sistema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Marco que Funciona: "No estás decidiendo si gastar dinero en energía — estás decidiendo A QUIÉN le pagas durante los próximos 25 años."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Comienza con esta línea: "Voy a mostrarte dos caminos. Ambos implican gastar dinero en energía cada mes durante los próximos 25 años. La pregunta es cuál camino construye algo — y cuál no construye nada."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Análisis de Costo Acumulado: Los Números Hablan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8239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8239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$86K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8239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Costo a 25 Años (Empresa Eléctrica)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239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Recibo inicial de $200/mes con escalación anual del 6% durante 25 años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4855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44855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$38K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4855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Costo a 25 Años (Solar)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4855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Costo total típico del sistema financiado incluyendo intereses + NBC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471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01471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$48K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01471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Ahorro Neto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1471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Ventaja promedio del solar sobre la empresa eléctrica en este escenario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Nota: Todas las cifras son ilustrativas. Los ahorros reales dependen del tamaño del sistema, la tarifa eléctrica, los términos de financiamiento y la escalación tarifaria. Siempre modela con el recibo real del propietario.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Nunca presentes cifras genéricas como los números del propietario. Siempre di: "Déjame recalcular esto con tu recibo real y tu sistema específico — cada hogar es diferente, pero el patrón es el mismo."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"Impuesto de Esperar y Ver": El Costo de 12 Meses de Recibos Eléctricos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Concepto: Cada mes que un propietario demora el solar, paga recibos eléctricos que NO son recuperables — es dinero permanentemente perdido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Cálculo: $200/mes × 12 meses = $2,400 en gasto irrecuperable mientras "lo piensa"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Adicionalmente: Durante esa demora, las tarifas eléctricas escalan (~0.5%/mes), por lo que el mes 12 cuesta más que el mes 1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Mito de la Espera: "Los paneles están bajando de precio, así que esperaré." Realidad: La tasa del ITC no ha cambiado, el financiamiento SGIP puede agotarse, y los costos de empresa eléctrica se acumulan diariamente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Marco Correcto: "No existe una posición neutral en esta decisión. Cada día que esperas tiene un costo — simplemente es invisible porque lo pagas en cuotas a la empresa eléctrica."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Pregunta: "Si te mostrara que esperar 12 meses para instalar solar te costará unos $2,400 en recibos eléctricos que nunca recuperarás — ¿cambiaría eso cómo estás pensando en el tiempo?" Luego guarda silencio.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ROI vs. Flujo de Caja: Dos Formas de Ganar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Perspectiva de ROI (Enfoque en Propiedad)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Período de Recuperación: Típicamente 5–8 años para compra en efectivo en CA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Después de la recuperación: Ahorros puros por los 17–20 años restantes de vida del sistema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TIR a 25 años: Típicamente 8–12% — supera muchos vehículos de inversión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El aumento de valor de la propiedad se suma al retorno total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Mejor para: Compradores en efectivo que piensan en términos de retorno de inversión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Perspectiva de Flujo de Caja (Enfoque Mensual)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Mes 1: Si el pago del préstamo &lt; recibo eléctrico = flujo de caja positivo inmediato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Ejemplo: $260 empresa eléctrica → $180 préstamo solar = $80/mes de ahorro desde el primer día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Con el tiempo: A medida que la empresa eléctrica escala, el pago del préstamo se mantiene fijo — la brecha se amplía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Después del pago del préstamo: $260+/mes de ahorro total (ajustado por escalación)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Mejor para: Compradores con presupuesto ajustado que necesitan ver el impacto mensual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Lee la situación — si el propietario es analítico, lidera con ROI. Si se enfoca en el presupuesto, lidera con la comparación mensual de flujo de caja. Pregunta: "¿Piensas más en términos de retorno total a lo largo del tiempo, o en qué hace a tu presupuesto mensual?"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Apreciación del Valor de la Propiedad: Los Datos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Asociación Nacional de Agentes Inmobiliarios: El solar agrega aproximadamente $3–5 de valor a la propiedad por $1 de ahorro anual en electricidad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Estudio LBNL (Lawrence Berkeley Lab): Prima promedio del solar en venta de casa = $15,000 a nivel nacional; más alta en mercados de CA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Datos de Zillow: Las casas con solar se venden 4.1% más rápido y con una prima del 4% sobre casas comparables sin solar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Método de Valoración: Enfoque de ingresos — el tasador valora los ahorros energéticos como un flujo de ingresos anualizado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Regla de Declaración: No se puede garantizar el aumento del valor de la propiedad — "La investigación muestra que las casas solares típicamente tienen una prima. Tu valor real será determinado por un tasador licenciado al momento de la venta."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Úsalo como desempate en la decisión: "Incluso si te mudas en 7 años, el solar típicamente ha retornado más de su costo en apreciación del valor de la propiedad — y capturaste 7 años de ahorros en energía en el camino."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Resumen Económico Final: Tu Plantilla de Presentación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1 — Establece el Escenario: "Hoy quiero mostrarte dos futuros financieros. Ambos implican gastar dinero en energía — la pregunta es cuál construye valor."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2 — Estado Actual: "Tu recibo actual es $X. Con el crecimiento histórico de tarifas, gastarás aproximadamente $Y en 25 años."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3 — Camino Solar: "Tu sistema es $Z. Después del ITC, el costo neto es $A. El pago mensual es $B vs. tu actual $X."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4 — La Visión a Largo Plazo: "Después de que tu préstamo esté pagado en N años, tu energía es efectivamente gratuita por la vida restante del sistema."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5 — La Elección: "Entonces la pregunta no es si puedes pagar el solar — es si puedes permitirte seguir financiando a la empresa eléctrica durante los próximos 25 años sin construir ningún valor."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Esta estructura de cinco pasos es tu caso económico. Memorízala. Personalízala con los números reales de cada propietario. La estructura no cambia — solo cambian las variables.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2026-04-25T03:25:06Z</dcterms:created>
  <dcterms:modified xsi:type="dcterms:W3CDTF">2026-04-25T03:25:06Z</dcterms:modified>
</cp:coreProperties>
</file>