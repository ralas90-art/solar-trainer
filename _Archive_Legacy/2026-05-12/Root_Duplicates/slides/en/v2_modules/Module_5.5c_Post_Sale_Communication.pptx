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Post-sale timeline with 48-hour inoculation call highlighted as a prevention shield.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Vertical milestone communication timeline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4-week silence gap communication calendar.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Image: PTO review request text mockup with 5-star rating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5029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0" y="137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5-Star Experience Starts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Signature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Buyer's Remorse Prevention · Milestone Updates · Silence Gap Management · Review Harvesting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713232"/>
          </a:xfrm>
          <a:prstGeom prst="rect">
            <a:avLst/>
          </a:prstGeom>
          <a:solidFill>
            <a:srgbClr val="1A2E3F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456432"/>
            <a:ext cx="54864" cy="713232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4A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"Anyone can sell solar. The rep who retains the customer and earns the referral is the one who stays in contact after the ink dries."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" y="4956048"/>
            <a:ext cx="9015984" cy="1874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4956048"/>
            <a:ext cx="877824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  |  Energy Independence Education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48-Hour Inoculation Call: Stopping Buyer's Remorse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A proactive call 24–48 hours after signing to preempt second-guessing before it becomes a cancellation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Reason: Research shows buyer's remorse peaks at 24–72 hours post-major-decision — getting there first neutralizes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'Hey [Name], I just wanted to personally reach out and thank you for your trust. You made a great decision. Is there anything you've thought about since we talked that I can clarify?'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Doubts to Address: Spouse concerns, family pushback, online reviews, 'my neighbor said' anecdotes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Not to re-sell them — to reinforce confidence and give them language to explain their decision to skeptical family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bar: Day 0 (Signed) → Day 1-2 (Inoculation Call — green checkmark) → Day 3-7 (Confirmation + Engineering) → Day 14 (Survey). The inoculation window highlighted in orange with a shield icon. 'Prevention &gt; Rescue' label.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call prevents 60–70% of buyer's remorse cancellations. Block 30 minutes every morning to make 48-hour calls from the previous day's closings. It is the single highest-ROI activity in your post-sale process.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Updates: The Communication Cadence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Scheduled: 'Great news — your site survey is scheduled for [Date/Time]. You'll receive a confirmation from our team. Here's what to expect...'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Complete: 'Your site survey is done — our engineering team has everything they need. Design and permit coming within 5–7 business days.'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Submitted: 'Your permit has been submitted to the city. This process typically takes 2–6 weeks. I'll keep you posted on progress.'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Date Scheduled: 'Your installation is confirmed for [Date]. Your crew will arrive between [Time Window]. Here's what your install day will look like...'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 (Permission to Operate): 'Congratulations — your system is live and officially producing power! Here's how to read your monitoring app.'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milestone timeline graphic: 5 milestones shown as connected nodes — Survey, Design, Permit, Install, PTO. Each node has a corresponding communication action icon (text, call, email). Color progression from orange (active) to green (complete).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CRM reminder for every milestone trigger. When engineering logs a permit submission, you send the customer a text within 2 hours. Speed of communication = perceived quality of service.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'Silence Gap': The Permit Phase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Silence Gap: The 2–6 week permit waiting period is the highest-risk phase for customer anxiety and cancellation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Homeowners Think: 'Nothing is happening.' (Engineering is working — but they can't see it.)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Script: 'Hey [Name], wanted to touch base — your permit is in process with the city. Everything is on track. Expected approval is around [Date]. Any questions?'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Bad News Rule: If permit takes longer than expected, you call first. Do not let customers discover delays on their own.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 During Silence: Send relevant content — 'Here's a guide on getting the most from your monitoring app' or 'Your neighbor just got their PTO — here's what to expect at that stage'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cadence calendar: 4-week permit phase shown. Each week has a check-in touchpoint marked. Red zones show 'Silence = Risk.' Green zones show 'Contact = Retention.' Simple weekly calendar visual with icons.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 who communicates during silence retains customers. The rep who goes dark loses them to competition, rescission windows, or simply to erosion of confidence. One text per week takes 2 minutes and protects your commission.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5486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5.5c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Harvesting Reviews at PTO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48640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 (Permission to Operate) is the emotional peak of the entire journey — the system turns on for the first time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best moment to request a review — the customer is at maximum satisfaction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PTO Review Script: 'Your system is live — this is the moment I've been working toward for you. I'd love to ask a small favor — if you're open to it, a quick Google/[platform] review would mean the world to me.'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Easy: Send a direct link via text immediately — every click of friction reduces review completion by 20%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Criteria: Respond to all reviews (positive and negative) within 24 hours — shows active reputation management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024128"/>
            <a:ext cx="2926080" cy="2999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024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80760" y="1389888"/>
            <a:ext cx="2743200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mockup showing a PTO congratulations text with embedded review link. Stars rating graphic (5 stars filled in orange/gold) above a 'How was your experience?' prompt. Professional, clean mobile UI design.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4133088"/>
            <a:ext cx="8686800" cy="749808"/>
          </a:xfrm>
          <a:prstGeom prst="rect">
            <a:avLst/>
          </a:prstGeom>
          <a:solidFill>
            <a:srgbClr val="F4A61D"/>
          </a:solidFill>
          <a:ln w="12700">
            <a:solidFill>
              <a:srgbClr val="F4A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 TIP: </a:t>
            </a:r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review request text at the same time as the PTO congratulations message. Same message, two asks: 'Your system is live AND here's the review link if you have 2 minutes.' Double the action, single the moment.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92624"/>
            <a:ext cx="9144000" cy="1508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4992624"/>
            <a:ext cx="8778240" cy="1508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SeptiVolt Solar Sales Accelerator™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Module_5.5c_Post_Sale_Communication</dc:title>
  <dc:subject>PptxGenJS Presentation</dc:subject>
  <dc:creator>SeptiVolt</dc:creator>
  <cp:lastModifiedBy>SeptiVolt</cp:lastModifiedBy>
  <cp:revision>1</cp:revision>
  <dcterms:created xsi:type="dcterms:W3CDTF">2026-04-16T02:30:01Z</dcterms:created>
  <dcterms:modified xsi:type="dcterms:W3CDTF">2026-04-16T02:30:01Z</dcterms:modified>
</cp:coreProperties>
</file>