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Labeled panel assessment diagram for field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Before/after conduit aesthetic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Change order prevention funnel showing how thorough discovery = clean installs.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California utility territory incentive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5029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3.7a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0" y="137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Discovery Process: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Site Assessment Mastery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Diagnostics · Attic &amp; Basement Surveys · Conduit Strategy · Change Order Prevention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456432"/>
            <a:ext cx="8412480" cy="713232"/>
          </a:xfrm>
          <a:prstGeom prst="rect">
            <a:avLst/>
          </a:prstGeom>
          <a:solidFill>
            <a:srgbClr val="1A2E3F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456432"/>
            <a:ext cx="54864" cy="7132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solar reps gather 20 minutes of technical intel while the homeowner thinks they're just chatting."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" y="4956048"/>
            <a:ext cx="9015984" cy="1874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956048"/>
            <a:ext cx="87782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  |  Energy Independence Education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3.7a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Panel Diagnostics: Amperage &amp; Space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Identify amperage — look at the main breaker (typically 100A, 150A, or 200A stamped on breaker)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Count open slots — solar interconnect needs minimum 1 tandem (2-pole) breaker, battery may need 2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Check bus bar rating — sometimes panel is labeled 200A but bus bar is only 150A (different spec)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Photograph everything — panel label, main breaker, bus bar rating, all open/filled slots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Log in your Site Assessment Form before leaving — memory fades; documentation protects you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electrical panel diagram with labeled callouts: Main Breaker (amperage), Bus Bar rating, Available slots (highlighted in green), Filled slots, and panel brand label. Educational engineering graphic style.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'I need to photograph your panel for our engineering team — this is how we guarantee your system design is code-compliant before we finalize anything.' It's professional, not intrusive.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3.7a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Attics &amp; Basements: The Unsung Heroes of Site Survey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24128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Attic Assessment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Rafter spacing (16" vs 24" OC affects racking cost)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type — blown-in may block conduit pathway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height clearance for conduit/wiring runs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roof penetrations (plumbing vents, HVAC) — inform panel layout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prior leaks or repairs — roof integrity indicator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24128"/>
            <a:ext cx="4206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Basement / Garage Assessment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of main panel and sub-panels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conduit pathway from roof to panel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mounting wall — must be non-combustible, level, code-compliant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equipment (water heaters, HVAC) affecting install space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for EV charger rough-in if part of proposal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homeowner: 'Quick look at your attic and garage takes about 5 minutes and saves weeks of engineering back-and-forth. The more I see today, the faster your install gets scheduled.'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3.7a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 Run Strategy: The Aesthetic Sales Move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conduit is one of the top post-install complaints — address it proactively in the discovery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Conceal-first strategy: Always explore hidden conduit routes (attic/wall cavity) before defaulting to exterior exposed EMT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'Aesthetic Upgrade' Frame: 'Our team will plan the conduit route to minimize visibility — most homeowners don't even notice it once installed properly.'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preferred route in your site notes — surprises during install create change orders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 Homes: Flag immediately — many HOAs require conduit to match roofline or be painted; engineering needs to know pre-permit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photo split: Left shows exposed conduit running visibly down stucco exterior (negative example). Right shows same home with concealed conduit via attic route — barely visible. Professional installation photography style.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exterior of the home and say: 'I'm mapping the cleanest conduit route — this determines where the wiring runs from your roof to your panel. We want it to look as clean as possible.' This shows craftsmanship — not just salesmanship.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3.7a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Pre-empting Change Orders Through Discovery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order is a broken promise — every one costs you trust AND money (roofers, electricians, re-engineering)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Change Order Causes: MPU not flagged, roof condition not assessed, conduit path assumption, HOA requirements missed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Protocol: Use the Site Assessment Form (SAF) on every visit — no exceptions for 'easy' homes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'Expectation Buffer': Build a 5–10% scope contingency into your verbal communication early: 'Engineering may find something minor — we'll address it transparently if so.'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early = no surprise. Discover late = broken trust. Engineering change orders after contract signing are your #1 retention risk.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checklist/funnel diagram: Discovery Inputs (roof, panel, attic, HOA, access) → Engineering Review → Clean Permit Package → Zero Change Order Install. Shows the quality pipeline that comes from thorough discovery.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every discovery with: 'Is there anything else about the home I should know — planned renovations, upcoming roof work, or electrical projects? Better to know now than discover it at install.'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3.7a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Mapping: SGIP, CARE &amp; Local Rebates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Self-Generation Incentive Program (SGIP): California battery rebate — up to $1,000/kWh for qualifying storage installations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CARE/FERA Programs: Income-qualified utility discounts — if homeowner qualifies, recalculate their current bill against the discounted rate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Utility Rebates: Many municipal utilities (LADWP, SMUD, etc.) have separate rebate programs — verify by zip code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Interaction: SGIP rebates reduce the basis for the ITC calculation — disclose this to avoid tax surprises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All incentive claims require proper enrollment — sales rep responsibility ends at disclosure and application support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map with utility territory overlays showing SGIP, CARE program coverage areas. Battery icon with dollar sign for SGIP, family icon for CARE. Color-coded by utility territory (PG&amp;E, SCE, SDG&amp;E).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say: 'These programs change frequently — the numbers I'm sharing today are current, but I want you to verify with your tax advisor before relying on any credit amounts in your planning.'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3.7a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Site Survey Prep Checklist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132320" y="1051560"/>
            <a:ext cx="178308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051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EXERCISE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88136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8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0515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homeowner's utility bill and 12-month usage before arriving on site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1453896"/>
            <a:ext cx="54864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591056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15544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aerial satellite imagery (Aurora/Google) for shading, setbacks, and roof complexity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1956816"/>
            <a:ext cx="54864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093976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20574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your Site Assessment Form — have it digital or printed, ready to fill on arrival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" y="2459736"/>
            <a:ext cx="54864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596896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25603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exterior: all roof faces, panel location, conduit entry points, HOA signage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4048" y="2962656"/>
            <a:ext cx="54864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099816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" y="30632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interior assessment: panel, attic, garage/basement — use your checklist every time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4048" y="3465576"/>
            <a:ext cx="54864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602736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" y="35661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with homeowner using 'Next Steps' script before leaving — never leave without a clear timeline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 who completes a Site Survey in under 30 minutes with a complete SAF is more valuable to engineering than one who spends an hour but brings back incomplete data.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Module_3.7a_Technical_Discovery</dc:title>
  <dc:subject>PptxGenJS Presentation</dc:subject>
  <dc:creator>SeptiVolt</dc:creator>
  <cp:lastModifiedBy>SeptiVolt</cp:lastModifiedBy>
  <cp:revision>1</cp:revision>
  <dcterms:created xsi:type="dcterms:W3CDTF">2026-04-16T02:30:00Z</dcterms:created>
  <dcterms:modified xsi:type="dcterms:W3CDTF">2026-04-16T02:30:00Z</dcterms:modified>
</cp:coreProperties>
</file>