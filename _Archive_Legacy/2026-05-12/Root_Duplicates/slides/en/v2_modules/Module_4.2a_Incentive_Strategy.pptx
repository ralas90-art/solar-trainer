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ITC 30% visual explainer infographic.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California incentive program map showing SGIP, CARE, and local utility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Incentive availability timeline showing ITC, SGIP, and utility rebate windows.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Act-today vs. wait financial comparison graphic.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5029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2103120" cy="329184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4.2a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0" y="137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Strategy: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Maximizing the Tax Credit &amp; Rebate Landscape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 Deep Dive · SGIP · State Rebates · Tax Liability · Closing with Incentives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456432"/>
            <a:ext cx="8412480" cy="713232"/>
          </a:xfrm>
          <a:prstGeom prst="rect">
            <a:avLst/>
          </a:prstGeom>
          <a:solidFill>
            <a:srgbClr val="1A2E3F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456432"/>
            <a:ext cx="54864" cy="71323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incentive conversation isn't a bonus at the end — it's a strategic layer of the financial case."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" y="4956048"/>
            <a:ext cx="9015984" cy="1874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956048"/>
            <a:ext cx="87782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  |  Energy Independence Education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4.2a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ITC: Federal Investment Tax Credit Deep Dive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Rate: 30% of total system cost (panels + battery + installation) as a federal tax credit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Credit reduces tax OWED — not taxable income. A $30,000 system generates a $9,000 credit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Rollover Provision: If homeowner can't use the full credit in year 1, it rolls forward to subsequent tax years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vs. Residential: Both qualify — business owners may be able to depreciate the asset additionally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Compliance Language: 'Consult your tax advisor to confirm you have sufficient tax liability to fully utilize this credit.' Never guarantee the ITC amount.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infographic: large '30%' in electric blue center. Around it: four quadrant icons — Dollar Sign (credit amount), Calendar (timing), Arrow (rollover), Tax Form (how to claim). Bottom note: 'Verify with your CPA.' Professional, data-driven style.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'The 30% federal tax credit is one of the most powerful wealth-building tools in the tax code right now. On a $30,000 system, that's a $9,000 check from the government — but it only works if you have sufficient tax liability.'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4.2a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SGIP &amp; State-Specific Rebate Programs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SGIP (Self-Generation Incentive Program): CA state battery rebate — up to $1,000 per kWh of storage for qualifying customers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SGIP Equity Budget: Higher incentives for CARE/FERA income-qualified customers — up to $1,000+/kWh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CARE/FERA Program: Income-qualified utility discount (20–30% off utility bills) — affects pre-solar bill baseline calculation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Utility Rebates: LADWP, SMUD, and others have independent programs — always verify by zip code before presenting savings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+ State Stack: ITC + SGIP can be combined — a 10kWh battery system may receive $9,000 ITC + $10,000 SGIP in some scenarios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state outline with program icons positioned by coverage area: SGIP battery icon statewide, CARE family icon, LADWP rebate icon in LA basin, SMUD icon in Sacramento. Program amounts shown as call-out labels. Clean, map-based infographic.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quote SGIP amounts from memory — the program is funded in tranches and availability changes. Say: 'SGIP funding is available now in your territory — let me pull the current incentive amount for your system size.'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4.2a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Liability vs. Rebate: The Consultant's Warning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24128"/>
            <a:ext cx="420624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24128"/>
            <a:ext cx="420624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Credit (ITC) — Liability Required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46304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tax OWED to the government — not a refund check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owe $5,000 in taxes, a $9,000 ITC credit saves you that $5,000 + $4,000 rolls forward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W-2 employees, retirees, self-employed — tax liability varies widely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Homeowners on fixed income or with low tax liability may not be able to utilize the full credit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Always: 'Has your CPA confirmed your annual tax liability? This determines how much of the 30% you capture in year 1.'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024128"/>
            <a:ext cx="420624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24128"/>
            <a:ext cx="42062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Rebate/Incentive — No Liability Needed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SGIP, utility rebates, and state grants are direct payments — no tax liability required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directly to system cost or paid as a check after installation milestone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low-income and fixed-income households that may not maximize ITC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discount: reduces ongoing utility bill regardless of tax situation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Strategy: Maximize non-ITC incentives first for tax-limited homeowners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discovery reveals a retiree with low income, shift the conversation: 'The ITC may not be the biggest opportunity for your situation — let me show you the rebate programs that pay you directly, no tax return required.'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4.2a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Incentive Timeline: Use It or Lose It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 Step-Down Risk: Congress has voted to maintain 30% through 2032, but policy can change — the certain window is now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SGIP Funding: Available in tranches — when the budget is exhausted, waitlist periods can be 6–18 months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Rebates: Many programs have annual funding caps — Q4 typically sees exhaustion; Q1 refills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3.0 Enrollment: Homeowners who don't go solar now remain on NEM 3.0 terms — no grandfather provision available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Urgency Statement: 'I can't promise these incentives will be at the same level in 12 months. What I can tell you is they are confirmed available today.'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graphic: Horizontal bar from 2024 to 2035. ITC 30% window highlighted in green through 2032 with a question mark after. SGIP 'Current Funding Available' shown as a green dot with 'Waitlist Risk' shown in yellow-orange. Utility rebate cycle shown as recurring annual segments.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fake urgency. Use real urgency: 'The SGIP incentive in your utility territory is currently funded — I've seen it go on waitlist before. If you want to capture it, we need to submit your enrollment while it's available.'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4.2a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with the Incentive Window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Timing Close: 'The system we designed today qualifies for $X in current incentives. Waiting 6 months doesn't add any incentives — it just moves your payback date back.'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Loss Frame: 'Every month without solar costs you your current utility bill plus moves your ITC application date further from now.'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Close: 'If we submit your agreement today, we lock in your SGIP reservation, your ITC eligibility year, and your current rate schedule.'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No-Pressure Version: 'I want to make sure you have everything you need to make the right decision. Can we look at what the financials look like if we start today vs. next quarter?'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Rule: Never create false urgency about incentives. If a deadline is real, cite it by name and source. If it's manufactured, skip it — your credibility is worth more than any single deal.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financial comparison: 'Act Today' column showing system cost minus ITC minus SGIP = net cost + 25-year savings total. 'Wait 12 Months' column showing same calculation minus 12 months of utility payments already paid = less favorable outcome. Dollar amounts bold and prominent.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close isn't pressure — it's precision. Show the homeowner exactly what they gain today vs. what they leave on the table by waiting. Let the math close the deal.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Module_4.2a_Incentive_Strategy</dc:title>
  <dc:subject>PptxGenJS Presentation</dc:subject>
  <dc:creator>SeptiVolt</dc:creator>
  <cp:lastModifiedBy>SeptiVolt</cp:lastModifiedBy>
  <cp:revision>1</cp:revision>
  <dcterms:created xsi:type="dcterms:W3CDTF">2026-04-16T02:30:01Z</dcterms:created>
  <dcterms:modified xsi:type="dcterms:W3CDTF">2026-04-16T02:30:01Z</dcterms:modified>
</cp:coreProperties>
</file>