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Consumption profile comparison showing tariff alignment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California utility territory rate map with current peak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25-year utility cost vs. solar production cost projection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Cost: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Tariff Strategy for Solar Consultants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Optimization · Peak/Off-Peak · Post-Solar Tariffs · Rate Hike Communication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homeowners have never been shown their rate schedule. Showing it to them first is a power move."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vs. On-Peak Optimization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On-Peak Hours (Cost the Most)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4 PM – 9 PM (varies by utility and season)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 rates can be 2–3× higher than off-peak rates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when solar production is declining — the worst time to pull from the grid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strategy: discharge stored solar during peak to avoid peak charges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battery: NEM 3.0 homeowner buys expensive peak power every evening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Hours (Lowest Cost)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9 PM – 4 PM the following day (nights and daytime hours)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production peaks during off-peak hours — value of export is lowest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charges during off-peak or midday solar (lowest cost charging)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EV charging window — always charge overnight in off-peak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Solar + Battery turns off-peak production into on-peak value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24-hour clock on paper and shade 4–9pm in red. Then say: 'Your solar produces during the blue zone. Your bill is made in the red zone. Battery bridges that gap every single day.'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Post-Solar Tariff Switch: Why It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homeowner goes solar, their utility automatically migrates them to a TOU rate plan (in most CA territories)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migration can be a net positive OR negative depending on their consumption patterns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Daytime Usage Households (WFH, retirees): Benefit most — using solar power during peak production hours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Evening Usage Households (working families): More vulnerable — must rely on battery to avoid peak charges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Responsibility: Model the homeowner's consumption profile against the new TOU rate before finalizing system design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household consumption profiles side by side: 'WFH Profile' showing high daytime usage (green bar) aligned with solar production (yellow curve). 'Working Family Profile' showing high evening usage (orange bar) misaligned with production — battery fills gap. Data visualization style.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homeowner: 'When you go solar, your utility will place you on a Time-of-Use plan. That's actually designed to work in your favor with solar — let me show you how your usage pattern aligns with that schedule.'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Savings Across Utility Territories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PG&amp;E (Northern CA): E-TOU-C and E-ELEC plans — typically 45–55¢ peak, 30–35¢ off-peak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 (Southern CA): TOU-D-PRIME — tiered within TOU; solar homeowners benefit from strong midday off-peak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SDG&amp;E (San Diego): Highest rates in CA — strongest solar ROI case; average residential rate exceeds 50¢/kWh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LADWP (Los Angeles): Different incentive structure; TOU-D rate; verify SGIP availability in service territory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model savings against the specific utility tariff in the homeowner's territory — never use generic CA average numbers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map divided into utility service territories (PG&amp;E, SCE, SDG&amp;E, LADWP, SMUD, others) with color coding. Each territory labeled with current average peak rate in ¢/kWh. Heat map style — darker = higher rates. SeptiVolt branded.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prospect in San Diego asks 'Is solar worth it?' — you can say: 'SDG&amp;E has the highest residential electricity rates in the continental US. Your payback timeline here is often 2–3 years faster than the national average.'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4.1a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Rate Hikes: The Right Way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Average: CA residential electricity rates have increased ~5–8% per year over the past decade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3.0 Context: Even with solar, homeowners who export excess power face increased exposure to future rate changes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Frame: Use 25-year utility cost projections — not just current rates. 'At 6% annual escalation, a $200 bill becomes $860 in 25 years.'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Fearmongering: Don't use worst-case projections or 10–12% escalation rates — stick to 5–6% for credibility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Counterpoint: Solar production cost is fixed at $0 — locking in against future increases is the core value proposition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Dual-line chart: X-axis = 25 years. Line 1 = Utility cost projection at 6% annual escalation (rising steeply, shaded red). Line 2 = Solar cost at $0/kWh production (flat blue line). Gap between the two lines shaded green = 'Your Savings Zone'. Clean, branded design.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phrase: 'I can't predict exactly what the utility will charge in 15 years — but I can show you what the last 15 years looked like, and let you decide what you expect the next 15 to look like.'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Module_4.1a_Utility_Tariff_Strategy</dc:title>
  <dc:subject>PptxGenJS Presentation</dc:subject>
  <dc:creator>SeptiVolt</dc:creator>
  <cp:lastModifiedBy>SeptiVolt</cp:lastModifiedBy>
  <cp:revision>1</cp:revision>
  <dcterms:created xsi:type="dcterms:W3CDTF">2026-04-16T02:30:01Z</dcterms:created>
  <dcterms:modified xsi:type="dcterms:W3CDTF">2026-04-16T02:30:01Z</dcterms:modified>
</cp:coreProperties>
</file>