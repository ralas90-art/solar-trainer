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Referral flywheel diagram showing the trust-to-pipeline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Referral ask conversation flow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Three referral window timeline with script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Referral kit component mockup showing all five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Science: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Self-Sustaining Pipeline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Psychology · Trust-Based Ask · The 3 Magic Windows · Referral Kit Design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lead you'll ever get is a neighbor who was already told by a friend that you're trustworthy."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Self-Sustaining Pipeline: Why Referrals Win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Close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leads close at 4× the rate of cold leads in solar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051560"/>
            <a:ext cx="26517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15468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referred lead vs. $200–$600 for canvassing or digital leads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1051560"/>
            <a:ext cx="2651760" cy="9144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98932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LTV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customers have 16% higher lifetime value and lower cancellation rates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703320"/>
            <a:ext cx="8686800" cy="384048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 who generates 2 referrals per install builds a self-sustaining pipeline within 6 months. A rep who never asks is permanently dependent on lead generation.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your referral mindset this way: 'Every deal I close is planting a seed for my next 2 deals. My job isn't done when they sign — it's half done.'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 Psychology: Why People Refer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Currency: People refer when they believe it makes them look smart, helpful, or connected — 'I found the good solar company'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 Trigger: A homeowner who feels genuinely well-served wants to return the value — referral is their way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Transfer: They are lending you their reputation — the quality of your service determines if they'll do it again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Fear: Most homeowners don't refer because they haven't been asked, not because they don't want to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Science: Harvard Business Review research shows people are 4× more likely to refer after a great experience — but only 1 in 5 are ever asked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flywheel diagram: Center hub = 'Your Service Quality'. Outer ring = 'Customer Trust'. Arrows flowing: Trust → Ask → Referral → New Customer → New Trust → Repeat. Color-coded flywheel with SeptiVolt branding.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great presentation or install milestone, say: 'I'm glad this has been a good experience. The way I grow my business is by working with people who share similar values — do you have a neighbor or friend who might benefit from this conversation?'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Trust-Based Ask at the Close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The highest-referral moment is within 30 minutes of agreement signing — emotional peak of the decision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Frame: 'You just made a great decision. I always ask new clients — is there anyone in your life who's been thinking about solar? I'd love to reach out on your behalf.'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 Version: 'If you think of anyone, I'd love an introduction. I work almost entirely by referral because I can give better service when I'm not spending my time chasing cold leads.'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Permission Ask: 'Would you be comfortable if I reached out to [Name] and mentioned your experience?' — always get verbal permission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Do: Do not offer referral bonuses in the first ask — it changes the motivation from social currency to transaction, which reduces quality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flow diagram: Sales Rep (icon) → 'You just made a great decision...' speech bubble → Homeowner (icon) → Light bulb thought bubble with neighbor's face. Shows the referral moment in visual sequence. Clean, friendly design.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referral ask is specific: 'Do you know anyone in [your neighborhood/street/complex] who might be a good fit?' Specific requests get specific names. 'Anyone you know' gets vague promises.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Magic Windows for Referral Requests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 — The Close: Immediately after signing (highest emotional peak, highest willingness to share the experience)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 — The Install: Day of installation or within 48 hours of completion ('Your panels are up — your neighbor probably noticed. Want me to stop by and answer any questions for them?')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 — The PTO / First Bill: When homeowner receives first dramatically reduced utility bill — celebrate with them and ask again ('This is the moment I work for. Who needs to see this?')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Re-ask Permission: Never ask twice in the same conversation — space the asks across the three windows naturally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Window: After review request is completed, include a referral link or introduce to your referral portal if available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Three-window timeline: Horizontal bar with three highlighted segments labeled Window 1 (Close), Window 2 (Install), Window 3 (PTO). Each window has a referral icon and the specific script note underneath. Green indicators show 'Ask Here' at each window.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all three windows in your CRM immediately after the close. Set reminder tasks for Install Day and PTO. Most reps only ask at close — they miss 2 of the 3 best opportunities.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Your Referral Kit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Referral Card — physical or digital card with your photo, name, specialty, and 'Referred by [Customer Name]' field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Referral Link — trackable URL from your CRM or referral platform that pre-populates the lead with the referring customer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Welcome Script for Referred Lead — customized opener: 'Your neighbor [Name] mentioned you've been thinking about solar — they had great things to say about your home's potential.'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4: Incentive Structure (if used) — disclose any referral payment clearly and compliantly per your state regulations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5: The 'Share My Story' Ask — a template text the customer can forward to their network: '(My rep's name) just installed solar on my house — here's what happened to my bill...'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Flat-lay mockup of a referral kit: Physical card, smartphone showing referral link QR code, short example text message, and a thank-you note. Professional photography style with SeptiVolt branded elements overlaid.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referral kit should make it EASY for happy customers to share you. The more friction in the referral process, the fewer referrals happen. Simplicity = volume.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Module_5.5b_Referral_Science</dc:title>
  <dc:subject>PptxGenJS Presentation</dc:subject>
  <dc:creator>SeptiVolt</dc:creator>
  <cp:lastModifiedBy>SeptiVolt</cp:lastModifiedBy>
  <cp:revision>1</cp:revision>
  <dcterms:created xsi:type="dcterms:W3CDTF">2026-04-16T02:30:01Z</dcterms:created>
  <dcterms:modified xsi:type="dcterms:W3CDTF">2026-04-16T02:30:01Z</dcterms:modified>
</cp:coreProperties>
</file>