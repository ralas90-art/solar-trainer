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ANTIGRAVITY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Trainer App: The AI Coaching Platform for Revenue Teams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training is broken.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 doesn’t scale.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926080"/>
            <a:ext cx="8229600" cy="1371600"/>
          </a:xfrm>
          <a:prstGeom prst="rect">
            <a:avLst/>
          </a:prstGeom>
          <a:solidFill>
            <a:srgbClr val="1A1A30">
              <a:alpha val="80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0175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Trainer App turns training into daily, AI-powered practice — before reps ever touch real customers.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organizations face the same issues across industries: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Reps learn on live customers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repeat the same coaching endlessly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rep churn and inconsistent performance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LMS platforms are passive and ignored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3657600"/>
            <a:ext cx="8229600" cy="1097280"/>
          </a:xfrm>
          <a:prstGeom prst="rect">
            <a:avLst/>
          </a:prstGeom>
          <a:solidFill>
            <a:srgbClr val="2A2A40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657600"/>
            <a:ext cx="0" cy="1097280"/>
          </a:xfrm>
          <a:prstGeom prst="line">
            <a:avLst/>
          </a:prstGeom>
          <a:noFill/>
          <a:ln w="63500">
            <a:solidFill>
              <a:srgbClr val="F725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4904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problem:</a:t>
            </a:r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exists, but skill readiness is never validated.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 simulated conversations possible — but generic AI fails in real sales environments.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sales coaching requires: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23774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Industry-specific objections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buyer behavior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formation through repetition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accountability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3840480"/>
            <a:ext cx="8229600" cy="914400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840480"/>
            <a:ext cx="0" cy="914400"/>
          </a:xfrm>
          <a:prstGeom prst="line">
            <a:avLst/>
          </a:prstGeom>
          <a:noFill/>
          <a:ln w="635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84048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</a:t>
            </a:r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only works when reps practice daily in realistic scenarios and are held accountable.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Antigravity is an AI Sales Flight Simulator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roleplay with realistic buyers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Scenario-based practice (discovery, objections, closing)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 (XP, streaks, leaderboards)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scoring and feedback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before live leads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course.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sales readiness infrastructure.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SOLAR FIRST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is the ideal wedge market: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High-ticket transactions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financing and objections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State-by-state regulation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rep churn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industry-wide training standards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3840480"/>
            <a:ext cx="8229600" cy="731520"/>
          </a:xfrm>
          <a:prstGeom prst="rect">
            <a:avLst/>
          </a:prstGeom>
          <a:solidFill>
            <a:srgbClr val="1A1A30">
              <a:alpha val="80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Antigravity works in solar, it works anywhere.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WALKTHROUGH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 logs in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a scenario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roleplay begins (text → voice)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 receives coaching feedback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XP, streaks, leaderboard update</a:t>
            </a:r>
            <a:endParaRPr lang="en-US" sz="1800" dirty="0"/>
          </a:p>
          <a:p>
            <a:pPr marL="342900" indent="-342900">
              <a:lnSpc>
                <a:spcPts val="3000"/>
              </a:lnSpc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or CRM unlock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COACHING SKELETON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(Platform Moat)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Antigravity is built as a vertical-agnostic coaching engine.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components: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engine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 trees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framework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26517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model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Roleplay logic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white-label system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4114800"/>
            <a:ext cx="8229600" cy="731520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4114800"/>
            <a:ext cx="0" cy="731520"/>
          </a:xfrm>
          <a:prstGeom prst="line">
            <a:avLst/>
          </a:prstGeom>
          <a:noFill/>
          <a:ln w="63500">
            <a:solidFill>
              <a:srgbClr val="F725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1480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advantage: </a:t>
            </a:r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skeleton exists, content becomes modular.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EXPANSION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engine. Different industries.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3840480" cy="2286000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(launch market)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 Control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Insurance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HVAC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 Spas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920240"/>
            <a:ext cx="4114800" cy="2286000"/>
          </a:xfrm>
          <a:prstGeom prst="rect">
            <a:avLst/>
          </a:prstGeom>
          <a:solidFill>
            <a:srgbClr val="1A1A30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vertical swaps: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237744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logic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psychology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platform, not a one-off SaaS.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Per-seat SaaS subscriptions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enterprise licensing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voice &amp; video simulations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analytics dashboards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gating (training → lead access)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3474720"/>
            <a:ext cx="8229600" cy="1188720"/>
          </a:xfrm>
          <a:prstGeom prst="rect">
            <a:avLst/>
          </a:prstGeom>
          <a:solidFill>
            <a:srgbClr val="1A1A30">
              <a:alpha val="80000"/>
            </a:srgbClr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margin. Low churn.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Expansion-driven revenue.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MVP+ complete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architecture live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 and certification working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roleplay and CRM gating next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pilots planned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 strategic capital or partnerships to accelerate: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realism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🏢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0" y="2651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integrations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🚀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0" y="2651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Multi-vertical rollout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Antigravity Solar Trainer Pitch Deck</dc:title>
  <dc:subject>PptxGenJS Presentation</dc:subject>
  <dc:creator>Antigravity Agent</dc:creator>
  <cp:lastModifiedBy>Antigravity Agent</cp:lastModifiedBy>
  <cp:revision>1</cp:revision>
  <dcterms:created xsi:type="dcterms:W3CDTF">2026-01-24T11:21:54Z</dcterms:created>
  <dcterms:modified xsi:type="dcterms:W3CDTF">2026-01-24T11:21:54Z</dcterms:modified>
</cp:coreProperties>
</file>