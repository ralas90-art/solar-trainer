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1204466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28763" y="2066479"/>
            <a:ext cx="6120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43013" y="3541663"/>
            <a:ext cx="11950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[Agent Name]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4165550" y="1754237"/>
            <a:ext cx="4559909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Path to Energy Independence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14913" y="2947988"/>
            <a:ext cx="28272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[Name] Family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to Confirm...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412528"/>
            <a:ext cx="880892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Address: [123 Main St]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3901" y="2056954"/>
            <a:ext cx="880892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Usage: [12,000 kWh/yr]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3901" y="2701379"/>
            <a:ext cx="880892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Goal: Save Money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9413" y="924669"/>
            <a:ext cx="337127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12"/>
              </a:spcBef>
              <a:spcAft>
                <a:spcPts val="4000"/>
              </a:spcAft>
              <a:buNone/>
            </a:pPr>
            <a:r>
              <a:rPr lang="en-US" sz="3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Utility Trap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20701" y="4501158"/>
            <a:ext cx="6502450" cy="0"/>
          </a:xfrm>
          <a:prstGeom prst="line">
            <a:avLst/>
          </a:prstGeom>
          <a:noFill/>
          <a:ln w="47625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513" y="1985070"/>
            <a:ext cx="0" cy="2539901"/>
          </a:xfrm>
          <a:prstGeom prst="line">
            <a:avLst/>
          </a:prstGeom>
          <a:noFill/>
          <a:ln w="476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276" y="4017020"/>
            <a:ext cx="3011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5175" y="4017020"/>
            <a:ext cx="5926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Years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47405" y="1979683"/>
            <a:ext cx="6296518" cy="2503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RATES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24000" y="2105025"/>
            <a:ext cx="155448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66875" y="3021211"/>
            <a:ext cx="12630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Bills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15050" y="2105025"/>
            <a:ext cx="1515618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0" y="3021211"/>
            <a:ext cx="9326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Stability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Energy DNA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158627"/>
            <a:ext cx="8636198" cy="3174950"/>
          </a:xfrm>
          <a:prstGeom prst="rect">
            <a:avLst/>
          </a:prstGeom>
          <a:solidFill>
            <a:srgbClr val="EEEEEE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3713" y="2655540"/>
            <a:ext cx="31381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[Paste Screenshot of Their Usage Graph Here]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3901" y="1158627"/>
            <a:ext cx="8636198" cy="3174950"/>
          </a:xfrm>
          <a:prstGeom prst="rect">
            <a:avLst/>
          </a:prstGeom>
          <a:solidFill>
            <a:srgbClr val="EEEEEE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43263" y="2655540"/>
            <a:ext cx="2710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[Switch Screens to 3D Design Tool Now]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890439"/>
            <a:ext cx="8636198" cy="0"/>
          </a:xfrm>
          <a:prstGeom prst="line">
            <a:avLst/>
          </a:prstGeom>
          <a:noFill/>
          <a:ln w="28575">
            <a:solidFill>
              <a:srgbClr val="F1C4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Savings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7A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6950" y="753666"/>
            <a:ext cx="1269950" cy="1269950"/>
          </a:xfrm>
          <a:prstGeom prst="roundRect">
            <a:avLst>
              <a:gd name="adj" fmla="val 72003"/>
            </a:avLst>
          </a:prstGeom>
          <a:noFill/>
          <a:ln w="571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33726" y="964853"/>
            <a:ext cx="485775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0"/>
              </a:spcBef>
              <a:spcAft>
                <a:spcPts val="5000"/>
              </a:spcAft>
              <a:buNone/>
            </a:pPr>
            <a:r>
              <a:rPr lang="en-US" sz="5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2543175" y="2617738"/>
            <a:ext cx="413880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680"/>
              </a:spcBef>
              <a:spcAft>
                <a:spcPts val="268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Qualified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862263" y="3821460"/>
            <a:ext cx="34878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you that Green Light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Presentation</dc:title>
  <dc:subject>PptxGenJS Presentation</dc:subject>
  <dc:creator>Antigravity Solar</dc:creator>
  <cp:lastModifiedBy>Antigravity Solar</cp:lastModifiedBy>
  <cp:revision>1</cp:revision>
  <dcterms:created xsi:type="dcterms:W3CDTF">2026-01-22T02:02:21Z</dcterms:created>
  <dcterms:modified xsi:type="dcterms:W3CDTF">2026-01-22T02:02:21Z</dcterms:modified>
</cp:coreProperties>
</file>