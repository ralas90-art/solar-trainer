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4451" y="1458367"/>
            <a:ext cx="7604049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948"/>
              </a:spcBef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INDEPENDENCE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936950" y="2769543"/>
            <a:ext cx="1269950" cy="50750"/>
          </a:xfrm>
          <a:prstGeom prst="rect">
            <a:avLst/>
          </a:prstGeom>
          <a:solidFill>
            <a:srgbClr val="4299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33638" y="3454152"/>
            <a:ext cx="43622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92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Homeowner Education Program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950119"/>
            <a:ext cx="3316325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2144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2408039"/>
            <a:ext cx="3316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rates are historically rising at 4-6% per year.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3551039"/>
            <a:ext cx="3316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nothing isn't free. It's the most expensive option.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67200" y="0"/>
            <a:ext cx="487680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C:\Users\12132\Desktop\Antigravity Solar Sales Trainer Agent\solar-trainer\presentation_gen\inflation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0980" y="666750"/>
            <a:ext cx="438909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1450"/>
            <a:ext cx="45371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3B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Pillars of Ownership</a:t>
            </a:r>
            <a:endParaRPr lang="en-US" sz="2800" dirty="0"/>
          </a:p>
        </p:txBody>
      </p:sp>
      <p:pic>
        <p:nvPicPr>
          <p:cNvPr id="4" name="Image 0" descr="C:\Users\12132\Desktop\Antigravity Solar Sales Trainer Agent\solar-trainer\presentation_gen\three_reasons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052513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663476"/>
            <a:ext cx="414533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666577"/>
            <a:ext cx="4064050" cy="28319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Cost: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Inflation Proof</a:t>
            </a:r>
            <a:endParaRPr lang="en-US" sz="2000" dirty="0"/>
          </a:p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~4% Home Value Increase</a:t>
            </a:r>
            <a:endParaRPr lang="en-US" sz="2000" dirty="0"/>
          </a:p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Incentives: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 Federal ITC</a:t>
            </a:r>
            <a:endParaRPr lang="en-US" sz="2000" dirty="0"/>
          </a:p>
          <a:p>
            <a:pPr algn="l" marL="127000" indent="-127000">
              <a:lnSpc>
                <a:spcPts val="36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</a:t>
            </a:r>
            <a:pPr algn="l" indent="0" marL="0">
              <a:lnSpc>
                <a:spcPts val="36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Own vs Rent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950" y="0"/>
            <a:ext cx="4064050" cy="514350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C:\Users\12132\Desktop\Antigravity Solar Sales Trainer Agent\solar-trainer\presentation_gen\value_stack_pyra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3101" y="666750"/>
            <a:ext cx="36576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3063" y="1323975"/>
            <a:ext cx="597503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12"/>
              </a:spcBef>
              <a:spcAft>
                <a:spcPts val="2412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own your power?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00475" y="2335113"/>
            <a:ext cx="1573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Prequalification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0475" y="2820888"/>
            <a:ext cx="15739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Custom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38588" y="3306663"/>
            <a:ext cx="12921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Site Survey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52863" y="3792438"/>
            <a:ext cx="14670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if you qualify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In-Home Presentation</dc:title>
  <dc:subject>PptxGenJS Presentation</dc:subject>
  <dc:creator>Antigravity Solar Trainer</dc:creator>
  <cp:lastModifiedBy>Antigravity Solar Trainer</cp:lastModifiedBy>
  <cp:revision>1</cp:revision>
  <dcterms:created xsi:type="dcterms:W3CDTF">2026-02-01T04:11:35Z</dcterms:created>
  <dcterms:modified xsi:type="dcterms:W3CDTF">2026-02-01T04:11:35Z</dcterms:modified>
</cp:coreProperties>
</file>