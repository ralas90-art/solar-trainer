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Change order decision tree showing response paths based on severity.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Bad news sandwich visual framework graphic.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Roof layout before/after re-sizing comparison with production impact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100A vs. 200A panel comparison with compliance status indicator.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Relationship trust arc showing how handled friction creates stronger loyalty.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5029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0" y="137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Order Management: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Bad Technical News Without Losing the Deal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Strategy · Bad News Sandwich · System Re-sizing · MPU Discoveries · Relationship Preservation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456432"/>
            <a:ext cx="8412480" cy="713232"/>
          </a:xfrm>
          <a:prstGeom prst="rect">
            <a:avLst/>
          </a:prstGeom>
          <a:solidFill>
            <a:srgbClr val="1A2E3F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456432"/>
            <a:ext cx="54864" cy="71323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you deliver bad news determines whether the homeowner stays your customer — or becomes your cancellation."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" y="4956048"/>
            <a:ext cx="9015984" cy="1874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956048"/>
            <a:ext cx="87782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  |  Energy Independence Education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Dealing with 'Bad Technical News': The Framework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#1: Never deliver technical bad news via text or email — call first, document second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#2: Own the news. 'Our engineering team discovered X during the design phase. I want to walk you through what this means and what we do about it.'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#3: Know the solution before you make the call — never present a problem without a path forward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#4: Quantify the impact clearly — don't be vague. 'This adds approximately $X to the project and [Z] weeks to the timeline.'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#5: Re-affirm the relationship. 'I'm calling you the moment we found this — you deserve to know immediately, not at install.'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diagram: Technical Discovery → Three branches: (1) Simple fix — notify + proceed; (2) Cost impact — call + solution present; (3) Major scope change — call + redesign + re-sign. Each branch has a communication action icon.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call, write down: (1) What happened, (2) What it means in dollars and days, (3) What we're doing about it. If you can't answer all three, you're not ready to call the homeowner.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 News / Good News Sandwich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Context (why this matters) → Technical Finding → Path Forward. Never present a finding in isolation.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Context: 'Our engineering team completed the final design review for your system — everything is on track to proceed.'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Finding: 'During that review, they identified that your electrical panel will need to be upgraded to safely support the battery system. This is very common in homes of your vintage.'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Path Forward: 'The upgrade is handled completely by our licensed electricians, and it actually makes your whole electrical system safer. Here's what it adds to the investment...'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Closer: '...and I want to make sure this doesn't create any surprises. Do you have questions before I send you the updated agreement?'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Sandwich layer visual metaphor: Top bun = 'Context (We're moving forward)'. Middle = 'Technical Finding (specific issue in one sentence)'. Bottom bun = 'Path Forward (Solution + Timeline + Cost)'. Clean, humorous but professional graphic.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this sandwich until it sounds natural, not scripted. The homeowner doesn't care about the structure — they care that you're calm, clear, and already have a solution. That's what builds trust.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Re-Sizing Conversations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Re-sizing Happens: Shading discovery, roof space reduction, HOA restrictions, structural limitations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Frame: 'Engineering optimized your system layout for the actual conditions of your roof — the design changed slightly, but here's what it means for your production and savings.'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System Script: 'Your system is being sized at 8.4kW instead of 9.8kW — this is because our engineer found one south-facing section has shading after 3pm. The good news is your annual production impact is only about 7%, and we've adjusted your pricing accordingly.'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Recalculation: Always run new 25-year projections with the updated system — present the updated numbers, not the old ones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Moment: Most homeowners respect honesty about re-sizing more than they would have respected installing a system that underperforms against the original promise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system design comparison: Left shows original 9.8kW layout on aerial roof view. Right shows revised 8.4kW layout with shading area marked in gray. Production numbers shown below each. Shows engineering precision, not failure.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production, not size. 'Your system went from 9.8kW to 8.4kW — but your estimated annual production drops by only 7% because the removed panels were partially shaded.' Numbers frame the narrative.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MPU Discoveries Post-Survey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Engineering confirms an MPU is required after the survey — this wasn't fully priced into the original agreement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Pre-Call Prep: Get the exact cost from operations, the timeline impact, and confirmation that it's included in the updated agreement before calling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Script: 'Hey [Name], our site survey team found that your electrical panel is 100-amp and will need to be upgraded to 200-amp to safely connect the battery system. This is something we handle in-house with our electrical team.'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Communication: 'The upgrade adds $X to the project. I want to walk you through the updated numbers — you'll still be in very strong financial shape, and the panel upgrade adds value to your home as well.'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Homeowner Pushes Back: 'I understand — this wasn't in our original estimate, and I want you to know I take that seriously. Let me see what I can do on my end before we finalize this.' (Then actually advocate for them internally.)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electrical panel visual: Left shows 100A panel (red X overlay — insufficient). Right shows 200A upgraded panel (green checkmark — compliant). Plus icon showing add-on cost. Clean engineering-style diagram with homeowner-friendly labels.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apologize for engineering's discovery — apologize for the unexpected news, not the finding itself. 'I'm sorry this wasn't part of the original scope — I want to make sure we handle this transparently for you.'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Preserving the Relationship During Friction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Principle: How you handle the first hard moment in the customer relationship determines whether you have a long-term customer or a one-time transaction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Empathy First Rule: Before presenting solutions, acknowledge feelings. 'I hear you — this isn't what either of us expected, and I want to make this right.'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 Internally: If the homeowner is upset about a legitimate issue (our error, late communication), go to bat for them. A credit, a discount, a timeline accommodation — something that shows their loyalty is valued.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Script: 'What would it look like for you to feel great about moving forward? Let me take that back to our team and see what I can do.'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Game Thinking: A customer who experienced friction and was treated right becomes your highest-referral source — they have a story to tell. The story should be about how you showed up.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recovery arc diagram: Friction Point (orange dip) → Transparent Communication (upswing) → Solution Delivered (recovery) → Higher Trust Than Before (above original baseline). The 'dip and recovery' pattern labeled as 'The Trust Amplifier.'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any difficult change order conversation that resolves well, follow up in 48 hours: 'I wanted to check in after our conversation yesterday — how are you feeling about everything?' That call turns friction into loyalty.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Module_5.5d_Change_Order_Management</dc:title>
  <dc:subject>PptxGenJS Presentation</dc:subject>
  <dc:creator>SeptiVolt</dc:creator>
  <cp:lastModifiedBy>SeptiVolt</cp:lastModifiedBy>
  <cp:revision>1</cp:revision>
  <dcterms:created xsi:type="dcterms:W3CDTF">2026-04-16T02:30:01Z</dcterms:created>
  <dcterms:modified xsi:type="dcterms:W3CDTF">2026-04-16T02:30:01Z</dcterms:modified>
</cp:coreProperties>
</file>