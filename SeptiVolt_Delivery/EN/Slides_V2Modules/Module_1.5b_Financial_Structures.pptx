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Visual comparison of perpetual utility cost vs. finite loan commitment.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5029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2103120" cy="329184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1.5b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0" y="137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Financial Paths: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PPA, Lease &amp; Purchase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Structures · Ownership Models · Objection Handling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456432"/>
            <a:ext cx="8412480" cy="713232"/>
          </a:xfrm>
          <a:prstGeom prst="rect">
            <a:avLst/>
          </a:prstGeom>
          <a:solidFill>
            <a:srgbClr val="1A2E3F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456432"/>
            <a:ext cx="54864" cy="71323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financing option is the one the homeowner actually qualifies for — and understands."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" y="4956048"/>
            <a:ext cx="9015984" cy="1874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956048"/>
            <a:ext cx="87782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  |  Energy Independence Education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1.5b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&amp; Lease: The Service Model vs. Ownership Model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024128"/>
            <a:ext cx="420624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24128"/>
            <a:ext cx="42062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Purchase Agreement (PPA)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46304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 pays per kWh produced — typically 10–30% below utility rate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ownership: third party owns equipment, homeowner buys the power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upfront cost, no maintenance responsibility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escalator clause: PPA rates increase 1–3%/yr (disclose this clearly)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Credit-qualified, low upfront appetite, high current utility usage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024128"/>
            <a:ext cx="420624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24128"/>
            <a:ext cx="420624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Lease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monthly payment regardless of production — predictable cost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still owns the system — similar to PPA in ownership terms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ITC (tax credit) benefit for homeowner — developer captures it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is locked (or has small escalator) — protection vs. rising utility rates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Talk Track: 'Think of it like leasing a car — you get the benefit without the asset'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presenting PPA vs. Lease, ask: 'Is consistent, predictable cost more important, or do you want your savings tied directly to how much solar your roof produces?'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1.5b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Loan Purchase: The High-ROI Path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024128"/>
            <a:ext cx="420624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24128"/>
            <a:ext cx="42062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Purchase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46304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ownership: 100% of ITC, SGIP rebates, and SREC benefits go to homeowner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long-term ROI — typical payback 5–8 years, 25+ year asset life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electricity bill for life of system (minus NBCs)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High tax liability clients who can leverage the 30% ITC fully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home value: NAR data shows $3–5 added value per $1 annual savings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024128"/>
            <a:ext cx="4206240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F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24128"/>
            <a:ext cx="420624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Loan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 owns system from day one — captures full 30% ITC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money down options available (dealer fee applies — disclose this)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loan payment typically &lt; current utility bill = Day 1 positive cash flow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paid off in 5–25 years; savings continue for system lifetime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Talk Track: 'You're replacing a bill you'll always have with a loan you'll eventually pay off'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loan conversation, always establish utility bill first: 'If your loan payment is $180 and your utility bill is $260, you're cash-flow positive from the first month — and you own the system.'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1.5b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Matrix: Who Qualifies for What?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51560"/>
          <a:ext cx="8686800" cy="2999232"/>
        </p:xfrm>
        <a:graphic>
          <a:graphicData uri="http://schemas.openxmlformats.org/drawingml/2006/table">
            <a:tbl>
              <a:tblPr/>
              <a:tblGrid>
                <a:gridCol w="2171700"/>
                <a:gridCol w="2171700"/>
                <a:gridCol w="2171700"/>
                <a:gridCol w="2171700"/>
              </a:tblGrid>
              <a:tr h="4284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Loan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PPA/Lease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284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680+ FICO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650+ FICO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84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Upfront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System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Down (typical)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Down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</a:tr>
              <a:tr h="4284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 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84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Gets 30% ITC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Full Benefit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Full Benefit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Developer gets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</a:tr>
              <a:tr h="4284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Sale 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— adds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transfer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assumes — complex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84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Savings Potential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matrix during your discovery — not as a pitch. Ask questions that reveal which column fits, then present only the right option. Offering all three creates confusion, not confidence.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1.5b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the 'I Don't Want Debt' Objection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validate: 'That makes complete sense — most people feel the same way when they first hear about solar loans.'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the word 'debt': 'What you have right now with the utility is permanent, required spending with no end date. This loan has a payoff date.'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Cash-Flow Pivot: Show month 1 — if loan &lt; utility bill, they are net positive from day one, not in debt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 Angle: 'A car loan is debt — the car depreciates. A solar loan builds equity into your property.'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Alternative: 'If we don't do solar today, you'll spend an estimated $X over the next 25 years on utility bills with nothing to show for it.'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visual: Left column shows a forever-arrow labeled 'Utility Bill — No End Date' in red. Right column shows a bar that ends with a checkmark labeled 'Solar Loan — Payoff Date' in green. Simple, bold, high contrast.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homeowner says 'I don't want another bill,' respond: 'I hear you. Can I show you what the difference is between your current monthly spend and what the loan payment would be?'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Module_1.5b_Financial_Structures</dc:title>
  <dc:subject>PptxGenJS Presentation</dc:subject>
  <dc:creator>SeptiVolt</dc:creator>
  <cp:lastModifiedBy>SeptiVolt</cp:lastModifiedBy>
  <cp:revision>1</cp:revision>
  <dcterms:created xsi:type="dcterms:W3CDTF">2026-04-16T02:30:00Z</dcterms:created>
  <dcterms:modified xsi:type="dcterms:W3CDTF">2026-04-16T02:30:00Z</dcterms:modified>
</cp:coreProperties>
</file>