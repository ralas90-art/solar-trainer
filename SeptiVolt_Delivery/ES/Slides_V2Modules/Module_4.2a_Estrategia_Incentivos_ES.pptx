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4A62A"/>
                </a:solidFill>
              </a:rPr>
              <a:t>SEPTIVOLT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MÓDULO 4.2a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Estrategia de Incentivos: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Maximizando el Crédito Fiscal y el Panorama de Reembolsos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BD5E0"/>
                </a:solidFill>
              </a:rPr>
              <a:t>ITC en Profundidad · SGIP · Reembolsos Estatales · Obligación Fiscal · Cierre con Incentivos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0" y="3520440"/>
            <a:ext cx="8531352" cy="73152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35661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"La conversación de incentivos no es un bono al final — es una capa estratégica del caso financiero."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SeptiVolt Solar Sales Accelerator™  |  Educación en Independencia Energética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  |  Educación en Independencia Energética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4.2a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El ITC: Crédito Fiscal Federal de Inversión en Profundidad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Tasa Actual: 30% del costo total del sistema (paneles + batería + instalación) como crédito fiscal federal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Cómo Funciona: El crédito reduce los IMPUESTOS ADEUDADOS — no los ingresos gravables. Un sistema de $30,000 genera un crédito de $9,000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Provisión de Arrastre: Si el propietario no puede usar el crédito completo en el año 1, se lleva a años fiscales posteriores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Negocio vs. Residencial: Ambos califican — los dueños de negocios pueden depreciar el activo adicionalmente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Lenguaje de Cumplimiento Crítico: "Consulte a su asesor fiscal para confirmar que tiene suficiente obligación fiscal para utilizar completamente este crédito." Nunca garantices el monto del ITC.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Di: "El crédito fiscal federal del 30% es una de las herramientas de creación de riqueza más poderosas en el código fiscal en este momento. En un sistema de $30,000, eso es un cheque de $9,000 del gobierno — pero solo funciona si tienes suficiente obligación fiscal."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4.2a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SGIP y Programas de Reembolso Específicos del Estado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SGIP (Programa de Incentivos de Autogeneración): Reembolso estatal de batería de CA — hasta $1,000 por kWh de almacenamiento para clientes calificados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Presupuesto de Equidad SGIP: Incentivos más altos para clientes calificados con ingresos CARE/FERA — hasta $1,000+/kWh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Programa CARE/FERA: Descuento de empresa eléctrica para ingresos calificados (20–30% de descuento en recibos) — afecta el cálculo base pre-solar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Reembolsos de Empresas Locales: LADWP, SMUD y otras tienen programas independientes — siempre verifica por código postal antes de presentar ahorros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Combinación Federal + Estatal: ITC + SGIP se pueden combinar — un sistema de batería de 10kWh puede recibir $9,000 ITC + $10,000 SGIP en algunos escenarios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Nunca cites montos de SGIP de memoria — el programa se financia en tramos y la disponibilidad cambia. Di: "El financiamiento de SGIP está disponible actualmente en tu territorio — déjame obtener el monto actual del incentivo para el tamaño de tu sistema."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4.2a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Obligación Fiscal vs. Reembolso: La Advertencia del Consultor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8755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62A"/>
                </a:solidFill>
              </a:rPr>
              <a:t>Crédito Fiscal (ITC) — Requiere Obligación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44168"/>
            <a:ext cx="5394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35608"/>
            <a:ext cx="51206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Reduce los impuestos ADEUDADOS al gobierno — no es un cheque de reembolso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Si debes $5,000 en impuestos, un crédito ITC de $9,000 te ahorra esos $5,000 + $4,000 se lleva al siguiente año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Empleados W-2, jubilados, trabajadores por cuenta propia — la obligación fiscal varía ampliamente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Riesgo: Propietarios con ingresos fijos o baja obligación fiscal pueden no aprovechar el crédito completo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Siempre pregunta: "¿Tu CPA confirmó tu obligación fiscal anual? Esto determina cuánto del 30% capturas en el año 1."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9048" y="960120"/>
            <a:ext cx="36576" cy="3858768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960120"/>
            <a:ext cx="539496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98755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Reembolso/Incentivo — Sin Obligación Requerida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1344168"/>
            <a:ext cx="5394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435608"/>
            <a:ext cx="51206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SGIP, reembolsos de empresas y subsidios estatales son pagos directos — sin obligación fiscal requerida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Se aplican directamente al costo del sistema o se pagan como cheque después del hito de instalación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Benefician a hogares de bajos ingresos y de ingresos fijos que pueden no maximizar el ITC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Descuento CARE: reduce el recibo en curso sin importar la situación fiscal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Estrategia de Combinación: Maximiza los incentivos que no son ITC primero para propietarios con limitaciones fiscales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566928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68756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Cuando el descubrimiento revela un jubilado con ingresos bajos, cambia la conversación: "El ITC puede no ser la mayor oportunidad para tu situación — déjame mostrarte los programas de reembolso que te pagan directamente, sin declaración de impuestos requerida."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4.2a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El Cronograma de Incentivos: Úsalos o Piérdelos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Riesgo de Reducción del ITC: El Congreso ha votado para mantener el 30% hasta 2032, pero la política puede cambiar — la ventana segura es ahora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Financiamiento SGIP: Disponible en tramos — cuando el presupuesto se agota, los períodos de lista de espera pueden ser de 6–18 meses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Reembolsos de Empresas Eléctricas: Muchos programas tienen límites de financiamiento anual — el Q4 típicamente ve agotamiento; Q1 se repone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Inscripción NEM 3.0: Los propietarios que no se pasen al solar ahora permanecen bajo los términos de NEM 3.0 — no hay disposición de abuelo disponible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La Declaración de Urgencia Honesta: "No puedo prometer que estos incentivos estarán al mismo nivel en 12 meses. Lo que sí puedo decirte es que están confirmados disponibles hoy."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Evita la urgencia falsa. Usa urgencia real: "El incentivo SGIP en tu territorio de empresa eléctrica está actualmente financiado — lo he visto entrar en lista de espera antes. Si quieres capturarlo, necesitamos presentar tu inscripción mientras está disponible."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4.2a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Cerrando con la Ventana de Incentivos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El Cierre de Tiempo: "El sistema que diseñamos hoy califica para $X en incentivos actuales. Esperar 6 meses no agrega ningún incentivo — solo mueve tu fecha de recuperación hacia adelante."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El Marco de Pérdida Compuesta: "Cada mes sin solar te cuesta tu recibo eléctrico actual más acerca la fecha de tu solicitud de ITC."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El Cierre de Acción: "Si presentamos tu acuerdo hoy, bloqueamos tu reserva SGIP, tu elegibilidad para el ITC de este año y tu plan tarifario actual."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La Versión Sin Presión: "Quiero asegurarme de que tengas todo lo que necesitas para tomar la decisión correcta. ¿Podemos ver cómo se ven los números si empezamos hoy vs. el próximo trimestre?"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Regla de Cumplimiento: Nunca crees urgencia falsa sobre incentivos. Si un plazo es real, cítalo por nombre y fuente. Si es fabricado, omítelo — tu credibilidad vale más que cualquier negocio individual.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El mejor cierre no es presión — es precisión. Muéstrale al propietario exactamente lo que gana hoy vs. lo que deja sobre la mesa al esperar. Deja que las matemáticas cierren el negocio.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2026-04-25T03:25:06Z</dcterms:created>
  <dcterms:modified xsi:type="dcterms:W3CDTF">2026-04-25T03:25:06Z</dcterms:modified>
</cp:coreProperties>
</file>