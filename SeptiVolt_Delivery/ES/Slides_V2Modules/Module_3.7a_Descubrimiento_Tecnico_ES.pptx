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3.7a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El Proceso de Descubrimiento Oculto: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Dominio de la Evaluación Técnica del Sitio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Diagnóstico del Tablero · Inspección de Ático y Sótano · Estrategia de Conductos · Prevención de Cambios de Orden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"Los mejores representantes de solar recopilan 20 minutos de inteligencia técnica mientras el propietario cree que solo están conversando."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Diagnóstico del Tablero Eléctrico: Amperaje y Espacio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1: Identificar el amperaje — mira el breaker principal (típicamente 100A, 150A o 200A grabado en el breaker)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2: Contar ranuras disponibles — la interconexión solar necesita mínimo 1 breaker tándem (2 polos); la batería puede necesitar 2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3: Verificar la calificación de la barra bus — a veces el tablero dice 200A pero la barra bus solo es 150A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4: Fotografiar todo — etiqueta del tablero, breaker principal, calificación de barra bus, todas las ranuras disponibles/llenas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Paso 5: Registrar en tu Formulario de Evaluación del Sitio antes de irte — la memoria se desvanece; la documentación te protege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Di: "Necesito fotografiar tu tablero para nuestro equipo de ingeniería — así garantizamos que el diseño de tu sistema cumple con el código antes de finalizar cualquier cosa." Es profesional, no intrusivo.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Áticos y Sótanos: Los Héroes Olvidados de la Visita Técnica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A"/>
                </a:solidFill>
              </a:rPr>
              <a:t>Evaluación del Ático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Espaciado de vigas (16" vs. 24" entre centros — afecta el costo del montaje)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Tipo de aislamiento — el soplado puede bloquear la ruta del conducto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Altura libre para tendidos de conductos y cableado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Penetraciones existentes (tubos de plomería, HVAC) — informan el diseño del panel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Evidencia de filtraciones o reparaciones previas — indicador de integridad del techo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960120"/>
            <a:ext cx="36576" cy="385876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960120"/>
            <a:ext cx="53949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Evaluación del Sótano / Garage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Ubicación del tablero principal y sub-tableros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Ruta de conducto disponible desde el techo hasta el tablero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Pared para montaje de batería — debe ser incombustible, nivelada, con código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Equipo existente (calentadores de agua, HVAC) que afecten el espacio de instalación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Ruta para rough-in de cargador EV si es parte de la propuesta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Dile al propietario: "Un vistazo rápido al ático y garage toma unos 5 minutos y ahorra semanas de intercambio de ingeniería. Cuanto más vea hoy, más rápido se programa tu instalación."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de Conductos: El Movimiento de Ventas Estético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conducto expuesto es una de las principales quejas post-instalación — abórdalo proactivamente en el descubrimiento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Estrategia de ocultamiento primero: Siempre explora rutas de conducto ocultas (ático/cavidad de pared) antes de optar por EMT expuesto exterior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Marco de "Mejora Estética": "Nuestro equipo planificará la ruta del conducto para minimizar la visibilidad — la mayoría de los propietarios ni lo notan una vez instalado correctamente."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Documenta la ruta preferida en tus notas del sitio — las sorpresas durante la instalación crean órdenes de cambio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Casas con HOA: Señalar inmediatamente — muchos HOA requieren que el conducto combine con la línea del techo o sea pintado; ingeniería necesita saberlo antes del permiso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Camina el exterior de la casa y di: "Estoy mapeando la ruta de conducto más limpia — esto determina por dónde corre el cableado desde tu techo hasta tu tablero. Queremos que se vea lo más limpio posible." Esto muestra artesanía — no solo ventas.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Prevención de Cambios de Orden a Través del Descubrimiento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Un cambio de orden es una promesa rota — cada uno te cuesta confianza Y dinero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Principales Causas de Órdenes de Cambio: MPU no identificado, estado del techo no evaluado, suposición de ruta de conducto, requisitos de HOA no detectados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Protocolo de Prevención: Usa el Formulario de Evaluación del Sitio (SAF) en cada visita — sin excepciones para casas "fáciles"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"Amortiguador de Expectativas": Incluye una contingencia verbal de alcance del 5–10% tempranamente: "Ingeniería puede encontrar algo menor — lo abordaremos de forma transparente si así fuera."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Declarar temprano = sin sorpresa. Descubrir tarde = confianza rota. Las órdenes de cambio de ingeniería después de firmar el contrato son tu #1 riesgo de retención.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Termina cada descubrimiento con: "¿Hay algo más sobre la casa que deba saber — remodelaciones planeadas, trabajo de techo próximo o proyectos eléctricos? Mejor saberlo ahora que descubrirlo en la instalación."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Mapeo de Incentivos: SGIP, CARE y Reembolsos Locales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Programa de Incentivos de Autogeneración (SGIP): Reembolso de batería de California — hasta $1,000/kWh para instalaciones de almacenamiento calificadas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Programas CARE/FERA: Descuentos de empresas eléctricas para ingresos calificados — si el propietario califica, recalcula su factura actual contra la tarifa con descuento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Reembolsos de Empresas Locales: Muchas empresas municipales (LADWP, SMUD, etc.) tienen programas separados — verifica por código postal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Interacción con ITC: Los reembolsos SGIP reducen la base para el cálculo del ITC — declarar esto para evitar sorpresas fiscales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Documentación: Todas las reclamaciones de incentivos requieren inscripción adecuada — la responsabilidad del representante termina en la declaración y el apoyo en la solicitud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Siempre di: "Estos programas cambian frecuentemente — los números que comparto hoy son actuales, pero quiero que los verifiques con tu asesor fiscal antes de depender de cualquier monto de crédito en tu planificación."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📋  Lista de Preparación para la Visita Técnica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96112"/>
            <a:ext cx="29260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EJERCICIO DE CAMPO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Revisa el recibo eléctrico del propietario y el consumo de 12 meses antes de llegar al sitio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84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01168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Verifica imágenes satelitales aéreas (Aurora/Google) para sombreado, retranqueos y complejidad del techo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511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578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Prepara tu Formulario de Evaluación del Sitio — tenlo en formato digital o impreso, listo para completar al llegar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181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4553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Fotografía el exterior: todas las caras del techo, ubicación del tablero, puntos de entrada del conducto, señalización de HOA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85032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850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71246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Completa la evaluación interior: tablero, ático, garage/sótano — usa tu lista de verificación en cada visita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51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427939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Informa al propietario usando el script de "Próximos Pasos" antes de irte — nunca te vayas sin un plazo claro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Un representante que completa una Visita Técnica en menos de 30 minutos con un SAF completo es más valioso para ingeniería que uno que pasa una hora pero trae datos incompletos.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2026-04-25T03:25:05Z</dcterms:created>
  <dcterms:modified xsi:type="dcterms:W3CDTF">2026-04-25T03:25:05Z</dcterms:modified>
</cp:coreProperties>
</file>