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4.1a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 Costo Invisible: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Estrategia Tarifaria para Consultores Solares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Optimización de Tarifas · Horas Pico/Valle · Tarifas Post-Solar · Comunicación de Alzas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"La mayoría de los propietarios nunca ha visto su plan tarifario. Mostrárselo primero es un movimiento de poder."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4.1a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Optimización de Horas Valle vs. Horas Pico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Horas Pico (Mayor Costo)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Típicamente de 4 PM a 9 PM (varía por empresa eléctrica y temporada)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Las tarifas TOU pueden ser 2–3 veces más altas que en horas valle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Durante estas horas la producción solar está disminuyendo — el peor momento para tomar energía de la red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Estrategia de batería: descarga solar almacenado durante el pico para evitar cargos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Sin batería: el propietario con NEM 3.0 compra energía pico cara cada tarde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Horas Valle (Menor Costo)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Típicamente de 9 PM a 4 PM del día siguiente (noches y horas diurnas)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La producción solar alcanza su pico en horas valle — el valor de exportación es más bajo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La batería se carga durante horas valle o solar de mediodía (carga de menor costo)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Ventana óptima para carga de EV — siempre cargar de noche en horas valle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Punto Clave: Solar + Batería convierte la producción en horas valle en valor en horas pico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Dibuja un reloj de 24 horas en papel y sombrea de 4–9pm en rojo. Luego di: "Tu solar produce durante la zona azul. Tu recibo se genera en la zona roja. La batería cierra esa brecha todos los días."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4.1a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Cambio de Tarifa Post-Solar: Por Qué Importa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Cuando un propietario instala solar, su empresa eléctrica lo migra automáticamente a un plan TOU (en la mayoría de territorios de CA)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Esta migración puede ser un beneficio neto positivo O negativo dependiendo de sus patrones de consumo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Hogares con Alto Consumo Diurno (trabajo desde casa, jubilados): Se benefician más — usan energía solar durante las horas de mayor producción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Hogares con Alto Consumo Nocturno (familias trabajadoras): Más vulnerables — deben depender de la batería para evitar cargos pico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Responsabilidad del Representante: Modela el perfil de consumo del propietario contra el nuevo plan TOU antes de finalizar el diseño del sistema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Dile al propietario: "Cuando instales solar, tu empresa eléctrica te colocará en un plan de Tarifa por Horario. En realidad, está diseñado para funcionar a tu favor con solar — déjame mostrarte cómo tu patrón de uso se alinea con ese horario."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4.1a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Modelado de Ahorros por Territorio de Empresa Eléctrica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PG&amp;E (Norte de CA): Planes E-TOU-C y E-ELEC — típicamente 45–55¢ pico, 30–35¢ valle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SCE (Sur de CA): TOU-D-PRIME — escalonado dentro de TOU; propietarios solares se benefician del fuerte período valle de mediodía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SDG&amp;E (San Diego): Tarifas más altas de CA — el caso de ROI solar más sólido; tarifa residencial promedio supera los 50¢/kWh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LADWP (Los Ángeles): Estructura de incentivos diferente; tarifa TOU-D; verifica disponibilidad de SGIP en el territorio de servicio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Regla: Siempre modela los ahorros contra la tarifa específica de la empresa eléctrica del territorio del propietario — nunca uses promedios genéricos de 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Cuando un prospecto en San Diego pregunta "¿Vale la pena el solar?" — puedes decir: "SDG&amp;E tiene las tarifas eléctricas residenciales más altas en los EE. UU. continentales. Tu tiempo de recuperación aquí es a menudo 2–3 años más rápido que el promedio nacional."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4.1a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Explicando las Alzas Tarifarias: La Forma Correcta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Promedio Histórico: Las tarifas eléctricas residenciales de CA han aumentado ~5–8% por año en la última década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Contexto NEM 3.0: Incluso con solar, los propietarios que exportan excedente están más expuestos a futuros cambios tarifarios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Marco Correcto: Usa proyecciones de costo a 25 años — no solo las tarifas actuales. "A un 6% de escalación anual, un recibo de $200 se convierte en $860 en 25 años."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Evita el Alarmismo: No uses proyecciones del peor caso ni tasas de escalación del 10–12% — mantente en el 5–6% para mayor credibilidad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Contrapropuesta Solar: El costo de producción solar está fijo en $0 — asegurarse contra alzas futuras es la propuesta de valor central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Usa la frase: "No puedo predecir exactamente qué cobrará la empresa eléctrica en 15 años — pero puedo mostrarte cómo se vieron los últimos 15 años, y dejarte decidir qué esperas que sean los próximos 15."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2026-04-25T03:25:05Z</dcterms:created>
  <dcterms:modified xsi:type="dcterms:W3CDTF">2026-04-25T03:25:05Z</dcterms:modified>
</cp:coreProperties>
</file>