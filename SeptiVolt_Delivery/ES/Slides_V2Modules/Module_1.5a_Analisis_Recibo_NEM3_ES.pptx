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F4A62A"/>
                </a:solidFill>
              </a:rPr>
              <a:t>SEPTIVOLT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MÓDULO 1.5a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El Error de $1,000: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Dominar el Análisis del Recibo Eléctrico y NEM 3.0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0"/>
                </a:solidFill>
              </a:rPr>
              <a:t>Estructuras Tarifarias · Economía de NEM 3.0 · Retorno de Inversión de Batería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3520440"/>
            <a:ext cx="8531352" cy="73152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5661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"La mayoría de los sistemas solares están mal dimensionados porque los representantes nunca aprendieron a leer el recibo."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  |  Educación en Independencia Energética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Leyendo el Recibo: Tarifas Escalonadas vs. Tarifa por Horario (TOU)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Tarifas Escalonadas: Base → Nivel 2 → Nivel 3 — el volumen de consumo activa costos más altos por kWh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Tarifa por Horario (TOU): El costo se determina por CUÁNDO se usa la energía, no solo cuánto (horas pico vs. horas valle)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Campo Clave: "Plan Tarifario" o "Schedule de Tarifa" — localízalo primero en cada recibo que analices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Asignación Base: Primeros X kWh a la tarifa más baja — varía por empresa eléctrica y zona climática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Error Frecuente del Rep: Cotizar 100% de compensación en kWh brutos sin separar el consumo pico del consumo valle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Señala el recuadro del Plan Tarifario y di: "Este código de 3 letras nos dice todo sobre cómo te cobra tu empresa eléctrica."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NEM 3.0: Del Crédito Neto al Costo Evitado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60120"/>
            <a:ext cx="5394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62A"/>
                </a:solidFill>
              </a:rPr>
              <a:t>NEM 2.0 (Sistema Antiguo)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Excedente solar acreditado a tarifa COMERCIAL (~28–32¢/kWh)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Net metering: compensación dólar por dólar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Sistemas dimensionados al 100% lograban 100% de compensación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Incentivo mínimo para batería — la red era una "batería gratis"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Simple: produce más de lo que usas y acumula créditos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99048" y="960120"/>
            <a:ext cx="36576" cy="385876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960120"/>
            <a:ext cx="53949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98755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NEM 3.0 (Regla Actual)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344168"/>
            <a:ext cx="53949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35608"/>
            <a:ext cx="51206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Excedente solar acreditado al "Costo Evitado" (~5–8¢/kWh) — reducción del 80%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Exportar energía a la red ahora vale mucho menos que comprarla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100% de producción ≠ 100% de compensación en el recibo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La batería se convierte en el principal generador de valor — el time-shifting es clave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D3748"/>
                </a:solidFill>
              </a:rPr>
              <a:t>Nuevo enfoque de diseño: maximizar el autoconsumo, minimizar la exportación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566928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8756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Dile al propietario: "NEM 3.0 cambió las reglas. Con el sistema antiguo, la red funcionaba como un banco. Ahora diseñamos sistemas para usar más de lo que produces — por eso la batería es parte de cada conversación."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Economía del Almacenamiento de Batería en NEM 3.0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8239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88239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5¢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8239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Crédito de Exportación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239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Lo que recibes al enviar excedente solar a la red (NEM 3.0)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4855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44855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45¢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44855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Tarifa Pico de Compra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4855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Lo que pagas a la empresa eléctrica en horas pico (TOU E-TOU-C)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4716" y="1005840"/>
            <a:ext cx="3291840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014716" y="10515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62A"/>
                </a:solidFill>
              </a:rPr>
              <a:t>85%+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014716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Autoconsumo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14716" y="2212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3748"/>
                </a:solidFill>
              </a:rPr>
              <a:t>Alcanzable con batería vs. ~30% sin ella — capturando el valor completo a tarifa comercial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Retorno de Inversión de Batería: El propietario típico en CA recupera el costo de la batería en 3–5 años solo a través de los cargos pico evitados. Sin batería, cada kWh excedente exportado es una pérdida de arbitraje de 40¢.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Enmarícalo así: "La batería no es un accesorio — es lo que hace que el solar sea financieramente completo en NEM 3.0. Convierte un activo de 5 centavos en uno de 45 centavos cada tarde."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Cargos No Evitables: Lo que el Solar No Puede Eliminar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1430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Los Cargos No Evitables (NBC) son cargos obligatorios aplicados a cada kWh consumido — el solar no los elimina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NBC comunes: Cargo de Bonos DWR, Desmantelamiento Nuclear, Programas de Utilidad Pública (CARE, FERA, fondos de incendios)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Rango típico: $0.02–0.05/kWh — parece pequeño, pero se acumula a $200–400/año a lo largo de la vida del sistema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Declaración de Cumplimiento: "El solar reducirá drásticamente tu recibo pero no a $0. Estos cargos son mandatorios por la empresa eléctrica y permanecen."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D3748"/>
                </a:solidFill>
              </a:rPr>
              <a:t>Impacto en Ventas: Establecer esta expectativa antes de la venta elimina una de las 3 principales causas de quejas y cancelaciones post-instalación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Di: "Incluso con solar, seguirás recibiendo un pequeño recibo de la empresa eléctrica — típicamente solo la tarifa mensual de conexión más estos cargos no evitables. La mayoría de los clientes ven $8–15/mes en lugar de $200+."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62A"/>
                </a:solidFill>
              </a:rPr>
              <a:t>MÓDULO 1.5a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393192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📋  Ejercicio de Campo: Encuentra la Asignación Base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1218895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896112"/>
            <a:ext cx="29260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9611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EJERCICIO DE CAMPO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Identifica el código del Plan Tarifario — ¿es Escalonado o TOU? Marca tu respuesta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84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01168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Localiza la "Asignación Base" — registra la cantidad en kWh y la tarifa en $/kWh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511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578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Suma el resumen de consumo de 12 meses — calcula los kWh anuales y el promedio mensual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11810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14553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Encuentra y resalta todos los Cargos No Evitables — totaliza el monto mensual de NBC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85032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68503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71246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Usa el Script de Anatomía del Recibo (Cuaderno p.13) para presentar tus hallazgos a tu entrenador en 90 segundos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251960"/>
            <a:ext cx="4572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251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62A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427939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</a:rPr>
              <a:t>Reflexiona: ¿Qué te sorprendió más del recibo que analizaste?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029200"/>
            <a:ext cx="11430000" cy="749808"/>
          </a:xfrm>
          <a:prstGeom prst="rect">
            <a:avLst/>
          </a:prstGeom>
          <a:solidFill>
            <a:srgbClr val="1B2A4A"/>
          </a:solidFill>
          <a:ln w="19050">
            <a:solidFill>
              <a:srgbClr val="F4A6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047488"/>
            <a:ext cx="11155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62A"/>
                </a:solidFill>
              </a:rPr>
              <a:t>⚡ PRO TIP: El representante que puede leer un recibo en menos de 60 segundos, en voz alta, con confianza, gana la confianza del propietario antes de que la propuesta se abra.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0"/>
                </a:solidFill>
              </a:rPr>
              <a:t>SeptiVolt Solar Sales Accelerator™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2026-04-25T03:25:03Z</dcterms:created>
  <dcterms:modified xsi:type="dcterms:W3CDTF">2026-04-25T03:25:03Z</dcterms:modified>
</cp:coreProperties>
</file>