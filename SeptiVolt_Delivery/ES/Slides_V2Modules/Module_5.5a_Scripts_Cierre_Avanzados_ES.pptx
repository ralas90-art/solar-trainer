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5.5a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Scripts de Cierre Avanzados: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Construyendo Decisiones de Alto Impulso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Cierre de Opción · Inversión de Precio · Urgencia Real · Señales de Compra · La Técnica del Silencio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"Cerrar no es presión — es guiar a una persona segura hacia una decisión que ya tomó lógicamente."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Anatomía de un Cierre de Alto Impulso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impulso se construye durante la presentación — no al final. Cada diapositiva, cada dato apunta hacia una decisión lógica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Prueba Pre-Cierre: "Basándome en todo lo que hemos visto hoy, ¿esto tiene sentido para tu hogar?" — mide la temperatura antes de pedir el compromiso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Identifica el Ciclo del Tomador de Decisiones: Si el cónyuge/pareja no está presente, la reunión termina en "déjame hablar con mi esposa" — prevéntelo preguntando desde el inicio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Escalera de Compromiso: Los pequeños "sí" construyen hacia el gran "sí". "¿El crédito del 30% suena como algo que vale la pena capturar?" → "¿Querrías capturarlo este año?"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Regla de Cierre de Alto Impulso: Si sientes que tienes que forzar el cierre, no construiste suficiente valor. Regresa al descubrimiento — se perdió algo.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Antes de cerrar, pregúntate: "¿Este propietario me ha dicho — en sus propias palabras — por qué el solar tiene sentido para ellos?" Si sí, el cierre es solo papeleo. Si no, no estás listo para cerrar.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Cierre de Opción: Opción A vs. Opción 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Estructura: Presenta dos opciones válidas — ambas avanzan. Nunca ofrezcas "avanzar vs. no avanzar."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Ejemplo: "Basándome en tus metas, tengo dos opciones. La Opción A es un sistema de 9.8kW con batería por $X/mes. La Opción B es el sistema premium de 12.4kW que cubre la carga de tu EV por $X/mes. ¿Cuál se alinea mejor con tu hogar?"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Psicología: Elegir entre dos opciones crea apropiación — el propietario decidió, no el representante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Variante de Presupuesto: "¿Quieres maximizar la compensación con el sistema completo, o empezar con el sistema base y agregar la batería el próximo año cuando el SGIP esté disponible de nuevo?"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Regla: Ambas opciones deben ser genuinamente buenas para el propietario. Usar esto para forzar una compra mayor es manipulación — y se nota.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Practica presentar ambas opciones con idéntico entusiasmo. Si claramente prefieres una, el propietario lo siente y deja de confiar en la estructura de elección.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Script de Inversión del Precio a la Baja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Objeción: "Escuché que los precios del solar están bajando — debería esperar."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Respuesta: "Es un punto válido. Los costos de paneles han disminuido aproximadamente 3–5% anualmente. En tu sistema de $30K, eso es aproximadamente $1,000–$1,500 el año siguiente."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Inversión: "Pero tu recibo eléctrico este año es de unos $2,400. Mientras ahorras $1,200 esperando que bajen los precios, gastarás $2,400 en recibos. Perderías $1,200 para 'ahorrar' $1,200."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Agrega el riesgo de incentivos: "Y el financiamiento SGIP no está garantizado para estar disponible el año que viene — así que ese reembolso de $10,000 para el que calificas hoy puede no estar en la mesa."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Aterrizaje: "Las matemáticas muestran que el mejor momento para instalar solar fue el año pasado — el segundo mejor momento es hoy."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Entrega las matemáticas lentamente. Deja que los números calen. El Poder del Silencio funciona aquí — después de terminar el cálculo de precio a la baja, no digas nada. Deja que el propietario procese la inversión.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Urgencia Real vs. Presión de Ventas: Conoce la Diferencia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Urgencia Real (Usa Esto)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financiamiento SGIP está actualmente disponible en tu territorio — las listas de espera son posibles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Los aumentos de tarifas eléctricas entran en vigor en [Mes] — asegurar solar ahora supera el aumento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ITC está confirmado al 30% hasta 2032 — pero la política puede cambiar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Tu techo está actualmente en buenas condiciones — esperar arriesga costos adicionales de preparación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Nuestra agenda de instalación tiene una ventana en [período] — el próximo espacio es en [X] semanas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Presión de Ventas (Evita Esto)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"Este precio solo es válido hoy" (si es falso — deshonesto y daña la confianza)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"Mi gerente solo puede aprobar esto si firmamos ahora" (urgencia fabricada)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"Casi no tenemos paneles en tu área" (casi siempre falso)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"Tengo otro cliente mirando tu vecindario"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Crear falso FOMO sobre programas de incentivos sin base factual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Si no puedes respaldar una declaración de urgencia con un hecho, una fuente o documentación — no la digas. Una reclamación de urgencia fabricada captada por un propietario escéptico termina la relación y potencialmente el negocio.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Leyendo las Señales de Compra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Señales Verbales: "¿Cómo es el proceso después de que firmemos?" / "¿Cuándo pronto podría ocurrir la instalación?" — las preguntas de anticipación señalan disposición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Señales de Compromiso: Inclinarse hacia adelante, pedir el bolígrafo, solicitar aclaración sobre los términos del contrato — indicadores físicos de compromiso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"Giro de la Objeción": Cuando las objeciones se vuelven logísticas ("¿Pueden adaptarse a nuestras vacaciones?") en lugar de de principio ("No creo que el solar valga la pena"), has superado el umbral de venta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Verificación del Cónyuge: Si el cónyuge ausente es llamado a mediados de la reunión para discutir detalles, eso es una señal de compra — no interrumpas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Momento de la Calculadora: Cuando un propietario abre su propia calculadora para verificar tus números — ya están vendidos. Deja de presentar y empieza a cerrar.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Cuando detectes una señal de compra, cambia tu postura — ve más lento, habla suave, vuélvete administrativo. La presentación terminó. Ahora solo estás ayudándolos a completar su decisión.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Técnica del Silencio: Pregunta y Espera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Regla: Después de tu pregunta de cierre final, no digas nada — no hables hasta que el propietario responda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Psicología: El silencio crea incomodidad productiva — la próxima persona que hable típicamente se mueve hacia una decisión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Pregunta: "Basándome en todo lo que hemos visto hoy — ¿esto tiene sentido para tu hogar?" Luego detente.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Error Común del Rep: Llenar el silencio con más información — esto le da al propietario una salida y reinicia el ciclo de la presentación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Si guardan silencio por 10+ segundos: Eso no es vacilación — es procesamiento. Honralo. Un propietario pensando es un propietario comprando.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Practica el silencio en casa. Cronométrate. La mayoría de los reps lo rompen en 5 segundos. El cierre vive en los segundos 6–15. Entrena tu incomodidad con el silencio — es una de las habilidades de mayor apalancamiento en las ventas solares.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2026-04-25T03:25:06Z</dcterms:created>
  <dcterms:modified xsi:type="dcterms:W3CDTF">2026-04-25T03:25:06Z</dcterms:modified>
</cp:coreProperties>
</file>