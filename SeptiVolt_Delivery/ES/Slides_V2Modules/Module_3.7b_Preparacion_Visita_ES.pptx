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4A62A"/>
                </a:solidFill>
              </a:rPr>
              <a:t>SEPTIVOLT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MÓDULO 3.7b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Preparación de la Visita y Establecimiento de Expectativas: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Transparencia Total Desde el Primer Día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0"/>
                </a:solidFill>
              </a:rPr>
              <a:t>Preparación del Propietario · Prevención de Ausencias · Próximos Pasos Post-Visita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66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"Un propietario bien preparado es un propietario cooperativo. Las sorpresas matan el impulso."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3.7b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Establecimiento de Expectativas: El Estándar de Transparencia Total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Qué es la Visita Técnica: Una evaluación técnica del sitio por nuestro socio de ingeniería — no es una segunda visita de ventas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Quién viene: Ingeniero licenciado o técnico de evaluación del sitio (no siempre el representante de ventas)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Duración: Típicamente 30–45 minutos — ático, tablero, exterior, mediciones del techo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Qué esperar: Algo de interrupción — acceso al tablero, apertura del ático, inspección del techo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"Al final de la visita, tendremos todo lo necesario para finalizar el diseño de tu sistema y presentar los permisos — este es el paso que hace posible tu fecha de instalación."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Di exactamente: "La visita técnica es el paso más importante entre hoy y tu instalación. Nuestro equipo será respetuoso, profesional y estará en y fuera en menos de una hora. Tu trabajo es simplemente estar en casa."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3.7b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Lista de Preparación del Propietario: Acceso y Logística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Acceso al Ático: Identifica y despeja la trampilla del ático — típicamente en un closet del pasillo o en el techo del garage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Códigos de Puertas y Cerraduras: Se requiere acceso al patio trasero para la medición del techo si aplica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Mascotas: Los perros deben estar asegurados dentro o fuera — el técnico de visita no puede trabajar de forma segura con perros sueltos en el camino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Tablero Principal: El propietario debe saber dónde está el tablero eléctrico y confirmar que está accesible (no bloqueado por muebles)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Punto de Contacto: Confirma quién estará en casa durante la ventana de la visita — se prefiere un tomador de decisiones, no solo un familiar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Envía el Texto de Preparación del Propietario 24 horas antes de la visita: "Recordatorio rápido — por favor despeja el acceso al ático, asegura las mascotas y asegúrate de que el tablero eléctrico esté accesible. ¡Nos vemos el [Día] a las [Hora]!"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3.7b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 Script de Prevención de Ausencias en la Visita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Confirmación de 72 Horas: Llama o envía mensaje 3 días antes — confirma la hora, el acceso y re-explica lo que necesita el equipo de visita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Recordatorio de 24 Horas: Mensaje de texto con lista de preparación + nombre del técnico (si se conoce) — personaliza la experiencia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Pre-llamada de 2 Horas: "Vamos en camino — confirmando que estás en casa y todo está accesible." Previene cancelaciones silenciosas.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Si No Hay Respuesta en la Puerta: Llama al propietario inmediatamente — no te vayas sin intentar contacto dos veces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Protocolo de Reprogramación: "Queremos mantener tu cronograma en marcha — la próxima ventana disponible es [X]. ¿La reservo para ti ahora?" Urgencia sin presión.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El representante que confirma la visita técnica es el representante que recibe crédito por la instalación. Nunca delegues completamente el proceso de confirmación al equipo de programación — mantente al tanto de tu propio pipeline.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3.7b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Próximos Pasos Post-Visita: El Traspaso del Cronograma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Inmediatamente Después de la Visita: Envía mensaje de "Visita Técnica Completada" al propietario — reconoce su tiempo y establece la próxima expectativa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Cronograma de Ingeniería: "Nuestros ingenieros tienen todo lo que necesitan — recibirás el diseño finalizado de tu sistema en 5–7 días hábiles."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Presentación del Permiso: "Una vez que se apruebe el diseño, se presentan los permisos a tu autoridad local (AHJ) — el procesamiento típico es de 2–6 semanas."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Protocolo de Seguimiento: Contacta al propietario cada 7 días durante la fase silenciosa del permiso — no desaparezcas con tus clientes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Programación de Instalación: "Una vez que se apruebe el permiso, te llamaremos para programar — espera un tiempo de espera de 1–2 semanas para disponibilidad del equipo de instalación."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Envía un texto post-visita dentro de 2 horas: "¡Excelentes noticias — tu visita técnica está completa! Me pondré en contacto en cuanto ingeniería finalice tu diseño. Oficialmente estás en el proceso. 🌞"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2026-04-25T03:25:05Z</dcterms:created>
  <dcterms:modified xsi:type="dcterms:W3CDTF">2026-04-25T03:25:05Z</dcterms:modified>
</cp:coreProperties>
</file>