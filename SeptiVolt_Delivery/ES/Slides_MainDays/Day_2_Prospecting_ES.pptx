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Í A  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Prospección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Dominio de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Territorio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en Ventas de Energía Solar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93008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39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el pipeline que genera ingresos consistentes de $10K+/mes.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[TU EMPRESA]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el Propietario Resiste el Solar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psicología te da el doble de cierres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Statu Quo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17043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se siente arriesgado. La inacción se siente segura — aunque cueste dinero.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65376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Desconfianza en Contratistas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9202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Malas experiencias pasadas están en el fondo de cada conversación que tienes.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15184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Escepticismo ante el Solar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6700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Tácticas agresivas de otros reps han creado resistencia. Reconócelo directamente.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64992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19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Aversión a la Pérdida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41985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sienten el dolor de una pérdida 2× más que el placer de una ganancia equivalente.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14800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9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de Decisiones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416966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5 PM ya tomaron miles de decisiones. "No" requiere menos esfuerzo mental.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Territorio: El Trébol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desde instalaciones existentes — convierte vecinos fríos en tibios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42316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93392" y="1106424"/>
            <a:ext cx="1316736" cy="1316736"/>
          </a:xfrm>
          <a:prstGeom prst="ellipse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62763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2176272"/>
            <a:ext cx="1316736" cy="1316736"/>
          </a:xfrm>
          <a:prstGeom prst="ellipse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69748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3246120"/>
            <a:ext cx="1316736" cy="1316736"/>
          </a:xfrm>
          <a:prstGeom prst="ellipse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376732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" y="2176272"/>
            <a:ext cx="1316736" cy="1316736"/>
          </a:xfrm>
          <a:prstGeom prst="ellipse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69748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15568"/>
            <a:ext cx="9144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07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481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desde una instalación reciente. "Tu vecino en la esquina acaba de instalar solar..."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77440"/>
            <a:ext cx="9144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del Territorio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$250K+, techo de 5-15 años, medición neta favorable. Usa Zillow + registros del condado.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639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639312"/>
            <a:ext cx="9144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en el Vecindario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050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 una zona antes de moverte. Conviértete en EL rep solar de ese código postal.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Matemática Detrás de la Puerta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puerta que tocas tiene valor — la rechace o 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2D4472"/>
          </a:solidFill>
          <a:ln w="12700">
            <a:solidFill>
              <a:srgbClr val="2D44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070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PUERTAS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48132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cierre promedio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993392"/>
            <a:ext cx="6400800" cy="749808"/>
          </a:xfrm>
          <a:prstGeom prst="rect">
            <a:avLst/>
          </a:prstGeom>
          <a:solidFill>
            <a:srgbClr val="253660"/>
          </a:solidFill>
          <a:ln w="12700">
            <a:solidFill>
              <a:srgbClr val="253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1031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0848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77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cada 3 puertas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889504"/>
            <a:ext cx="4572000" cy="749808"/>
          </a:xfrm>
          <a:prstGeom prst="rect">
            <a:avLst/>
          </a:prstGeom>
          <a:solidFill>
            <a:srgbClr val="1E3070"/>
          </a:solidFill>
          <a:ln w="12700">
            <a:solidFill>
              <a:srgbClr val="1E3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99923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980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273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cada 3 conversaciones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785616"/>
            <a:ext cx="274320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8953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80560" y="38770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1696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~$3,500 de comisión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puerta tocada vale ~$78 en ingresos esperados — sin importar si contestan.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Marco de Conversación Solar: 7 Pasos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GPS para CADA conversación — en la puerta, por teléfono o en el hogar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43584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Patrón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el piloto automático con una referencia del vecino o algo inesperado.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176272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066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5915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momento humano antes de hablar de negocios. Siempre.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108960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999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Curiosidad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"¿Ha visto instalaciones solares en el vecindario?"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041648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del Problema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22452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Ayúdales a ver un problema que han tolerado.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1243584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243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1338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Factura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142646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paga de luz mensualmente?"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0116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2176272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066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propietario? ¿Cuánto tiempo lleva en la casa?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4436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108960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2999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Cita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29184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el jueves a las 6 o el sábado a las 10 — ¿cuál le funciona mejor?"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6451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puerta: 7 pasos en 60 segundos. Nunca saltes un paso.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Dominio del Toque de Puertas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Prepárate antes, ejecuta con confianza, cierra la cita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profesional. Tablet cargada. Tarjetas en el bolsillo. Resetea mentalmente: celebra conversaciones, no solo citas.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Aperturas de 30 Segundos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Referencia del vecino — prueba social inmediata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Auditoría de factura eléctrica — baja amenaza, alta curiosidad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Proximidad de instalación — ya estás en la calle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75888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673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Binario Asumido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78224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el jueves a las 6 o el sábado a las 10 — ¿cuál le funciona mejor?" — No preguntas si quieren. Asumes que sí y preguntas cuándo.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Micro-Objeciones: Cómo Pasar el Rechazo Inicial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objeciones en la puerta son automáticas — no son reales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051560"/>
            <a:ext cx="452628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0515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RESPUESTA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62456"/>
            <a:ext cx="8549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362456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3560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estoy interesado"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"Claro — pregunta rápida: ¿ya investigaste el solar o simplemente no has tenido tiempo?"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8549640" cy="566928"/>
          </a:xfrm>
          <a:prstGeom prst="rect">
            <a:avLst/>
          </a:prstGeom>
          <a:solidFill>
            <a:srgbClr val="F0F2F8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1965960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3911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"Estoy ocupado"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020824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vengo a vender nada hoy — solo estoy agendando consultas gratis. 2 minutos para elegir horario."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69464"/>
            <a:ext cx="8549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2569464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"Déjeme información"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2624328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información no significa nada sin sus números específicos. Por eso prefiero mostrárselo en persona."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8549640" cy="566928"/>
          </a:xfrm>
          <a:prstGeom prst="rect">
            <a:avLst/>
          </a:prstGeom>
          <a:solidFill>
            <a:srgbClr val="F0F2F8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3172968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tengo solar"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227832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"¡Qué bien! ¿Cómo le está yendo? — Pregunto porque muchos propietarios califican para almacenamiento de batería."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49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3776472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4962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"Necesito hablar con mi esposo/a"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383133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supuesto — ¿están en casa ahora? Prefiero presentar cuando ambos pueden escuchar."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379976"/>
            <a:ext cx="8549640" cy="566928"/>
          </a:xfrm>
          <a:prstGeom prst="rect">
            <a:avLst/>
          </a:prstGeom>
          <a:solidFill>
            <a:srgbClr val="F0F2F8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4528" y="4379976"/>
            <a:ext cx="36576" cy="566928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5312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"Tuve mala experiencia"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4434840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"Entiendo completamente. ¿Qué pasó? — [Escucha.] ¿Estaría dispuesto a ver si las cosas han cambiado?"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 al Lead y Cita por Teléfono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leads calientes se enfrían en minutos — actúa YA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200400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626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máximo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un lead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51560"/>
            <a:ext cx="4846320" cy="74980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41648" y="11887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1124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de Inmediato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13990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contesta: deja buzón de voz Y envía texto simultáneamente.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920240"/>
            <a:ext cx="4846320" cy="74980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41648" y="205740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1993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Preguntas de Descubrimiento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0288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paga de luz? ¿Cuánto tiempo en la casa? ¿Ya investigó solar? ¿Su pareja toma decisiones también?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788920"/>
            <a:ext cx="4846320" cy="74980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41648" y="29260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0288" y="2862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la Cita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3136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"Voy a revisar tus datos de consumo y techo antes de que nos veamos — la cita será específica para ti."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3657600"/>
            <a:ext cx="4846320" cy="74980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41648" y="37947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0288" y="3730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Binario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0288" y="4005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el martes a las 5 o el miércoles a las 7. ¿Cuál le funciona mejor?"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Marco Anti-Venta: Sé el Consultor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correcto baja la guardia antes de que empieces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VENDEDOR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005840"/>
            <a:ext cx="43434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0058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CONSULTOR  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49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389888"/>
            <a:ext cx="36576" cy="621792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813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"¿Le interesa el solar?"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463040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estoy aquí para venderle nada. Solo para ver si tiene sentido."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8549640" cy="621792"/>
          </a:xfrm>
          <a:prstGeom prst="rect">
            <a:avLst/>
          </a:prstGeom>
          <a:solidFill>
            <a:srgbClr val="F0F2F8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2084832"/>
            <a:ext cx="36576" cy="621792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762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de características del producto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157984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preguntas. Escucha el 70% del tiempo.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8549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2779776"/>
            <a:ext cx="36576" cy="621792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7121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 hacia el cierre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2852928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solar no es para todos. Primero veamos si califica."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8549640" cy="621792"/>
          </a:xfrm>
          <a:prstGeom prst="rect">
            <a:avLst/>
          </a:prstGeom>
          <a:solidFill>
            <a:srgbClr val="F0F2F8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3474720"/>
            <a:ext cx="36576" cy="621792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661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la resistencia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547872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el elefante: "Sé que los reps de solar tienen cierta reputación..."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8549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4169664"/>
            <a:ext cx="36576" cy="621792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6110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compromiso en la puerta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4242816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pide el MÍNIMO: una cita de 15 min sin presión.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del Tiempo: Protege Tus Horas Doradas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 PM – 7 PM son tu activo más valioso — no las desperdicies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676656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10:00 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21615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 + Admin + Planificación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8595360" cy="676656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9656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84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 – 12:00 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842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Capacitación, Role-play, Revisión de Leads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587752"/>
            <a:ext cx="8595360" cy="676656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87752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52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2:00 PM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27523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 + Preparación de Ruta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355848"/>
            <a:ext cx="859536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55848"/>
            <a:ext cx="9144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7:00 PM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3520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HORAS DORADAS — Tocar Puertas y Citas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4123944"/>
            <a:ext cx="8595360" cy="676656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23944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885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– 8:00 PM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428853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Actualización de Pipeline, Revisión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 citas por sesión de Horas Doradas. Menos y tu pipeline se seca en 2 semanas.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Día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dominas hoy construye tu pipeline de mañana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Primero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17043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propietarios resisten por defecto — el sesgo del statu quo, fatiga de decisiones y desconfianza en contratistas. Adáptate.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188720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8366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93392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93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1956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Trébol Gana Territorio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56816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desde instalaciones existentes. Satura una zona antes de expandirte.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73552" y="1975104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7004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79776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Tu Matemática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7432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puertas = 1 cierre = ~$3,500. Cada puerta vale ~$78. El rechazo tiene precio.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73552" y="2761488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564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566160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566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529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7 Pasos es Tu GPS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9584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saltes un paso. 60 segundos en la puerta, todos los pasos.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73552" y="3547872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4281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4352544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352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" y="4315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el Consultor, No el Vendedor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4315968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solar no es para todos. Primero veamos si califica." — Esto gana confianza.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73552" y="4334256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 y Cierre del Día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estos 3 pasos antes de nuestra próxima sesión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Tu Primer Territorio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1 vecindario con 3+ instalaciones solares cercanas. Usa Zillow para verificar el valor de las viviendas ($250K+). Prepara tu ruta cloverleaf para mañana.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04288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Tus 3 Aperturas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los 3 openers de 30 segundos. Practica cada uno en voz alta frente al espejo o con un compañero. Cronométrate: máximo 35 segundos cada uno.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02736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694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las 6 Micro-Objeciones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59936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respuesta personal a cada una de las 6 objeciones del slide 7. Ven a la próxima sesión listo para hacer role-play sin leer las notas.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EMPRESA]  •  Programa de Capacitación en Ventas de Energía Solar  •  Día 2 de Prospección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2 — Prospección y Dominio de Territorio</dc:title>
  <dc:subject>PptxGenJS Presentation</dc:subject>
  <dc:creator>PptxGenJS</dc:creator>
  <cp:lastModifiedBy>PptxGenJS</cp:lastModifiedBy>
  <cp:revision>1</cp:revision>
  <dcterms:created xsi:type="dcterms:W3CDTF">2026-05-10T14:01:56Z</dcterms:created>
  <dcterms:modified xsi:type="dcterms:W3CDTF">2026-05-10T14:01:56Z</dcterms:modified>
</cp:coreProperties>
</file>